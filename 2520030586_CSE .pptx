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4" r:id="rId2"/>
  </p:sldMasterIdLst>
  <p:notesMasterIdLst>
    <p:notesMasterId r:id="rId27"/>
  </p:notesMasterIdLst>
  <p:handoutMasterIdLst>
    <p:handoutMasterId r:id="rId28"/>
  </p:handoutMasterIdLst>
  <p:sldIdLst>
    <p:sldId id="314" r:id="rId3"/>
    <p:sldId id="322" r:id="rId4"/>
    <p:sldId id="323" r:id="rId5"/>
    <p:sldId id="266" r:id="rId6"/>
    <p:sldId id="341" r:id="rId7"/>
    <p:sldId id="342" r:id="rId8"/>
    <p:sldId id="343" r:id="rId9"/>
    <p:sldId id="349" r:id="rId10"/>
    <p:sldId id="344" r:id="rId11"/>
    <p:sldId id="345" r:id="rId12"/>
    <p:sldId id="340" r:id="rId13"/>
    <p:sldId id="357" r:id="rId14"/>
    <p:sldId id="358" r:id="rId15"/>
    <p:sldId id="350" r:id="rId16"/>
    <p:sldId id="351" r:id="rId17"/>
    <p:sldId id="352" r:id="rId18"/>
    <p:sldId id="355" r:id="rId19"/>
    <p:sldId id="354" r:id="rId20"/>
    <p:sldId id="353" r:id="rId21"/>
    <p:sldId id="356" r:id="rId22"/>
    <p:sldId id="347" r:id="rId23"/>
    <p:sldId id="348" r:id="rId24"/>
    <p:sldId id="359" r:id="rId25"/>
    <p:sldId id="33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36" autoAdjust="0"/>
    <p:restoredTop sz="95833"/>
  </p:normalViewPr>
  <p:slideViewPr>
    <p:cSldViewPr snapToGrid="0" snapToObjects="1">
      <p:cViewPr varScale="1">
        <p:scale>
          <a:sx n="85" d="100"/>
          <a:sy n="85" d="100"/>
        </p:scale>
        <p:origin x="389" y="6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sika Peddina" userId="0a25584e6d77972b" providerId="LiveId" clId="{9A3C3C37-A6E1-428F-8F58-D52E9F9B9DB6}"/>
    <pc:docChg chg="undo custSel addSld delSld modSld sldOrd modMainMaster">
      <pc:chgData name="Hamsika Peddina" userId="0a25584e6d77972b" providerId="LiveId" clId="{9A3C3C37-A6E1-428F-8F58-D52E9F9B9DB6}" dt="2026-03-09T09:10:13.193" v="642" actId="1076"/>
      <pc:docMkLst>
        <pc:docMk/>
      </pc:docMkLst>
      <pc:sldChg chg="del">
        <pc:chgData name="Hamsika Peddina" userId="0a25584e6d77972b" providerId="LiveId" clId="{9A3C3C37-A6E1-428F-8F58-D52E9F9B9DB6}" dt="2026-03-09T08:55:18.583" v="533" actId="47"/>
        <pc:sldMkLst>
          <pc:docMk/>
          <pc:sldMk cId="2851391703" sldId="261"/>
        </pc:sldMkLst>
      </pc:sldChg>
      <pc:sldChg chg="modSp mod">
        <pc:chgData name="Hamsika Peddina" userId="0a25584e6d77972b" providerId="LiveId" clId="{9A3C3C37-A6E1-428F-8F58-D52E9F9B9DB6}" dt="2026-03-09T09:08:56.900" v="638" actId="1076"/>
        <pc:sldMkLst>
          <pc:docMk/>
          <pc:sldMk cId="930833320" sldId="266"/>
        </pc:sldMkLst>
        <pc:spChg chg="mod">
          <ac:chgData name="Hamsika Peddina" userId="0a25584e6d77972b" providerId="LiveId" clId="{9A3C3C37-A6E1-428F-8F58-D52E9F9B9DB6}" dt="2026-03-09T09:00:44.512" v="573"/>
          <ac:spMkLst>
            <pc:docMk/>
            <pc:sldMk cId="930833320" sldId="266"/>
            <ac:spMk id="5" creationId="{BD5C2420-26C9-65B4-41BA-D5CA69721C05}"/>
          </ac:spMkLst>
        </pc:spChg>
        <pc:spChg chg="mod">
          <ac:chgData name="Hamsika Peddina" userId="0a25584e6d77972b" providerId="LiveId" clId="{9A3C3C37-A6E1-428F-8F58-D52E9F9B9DB6}" dt="2026-03-09T09:00:44.512" v="573"/>
          <ac:spMkLst>
            <pc:docMk/>
            <pc:sldMk cId="930833320" sldId="266"/>
            <ac:spMk id="6" creationId="{AE9B4454-96E6-70D8-1440-2142487397DF}"/>
          </ac:spMkLst>
        </pc:spChg>
        <pc:spChg chg="mod">
          <ac:chgData name="Hamsika Peddina" userId="0a25584e6d77972b" providerId="LiveId" clId="{9A3C3C37-A6E1-428F-8F58-D52E9F9B9DB6}" dt="2026-03-09T09:00:44.512" v="573"/>
          <ac:spMkLst>
            <pc:docMk/>
            <pc:sldMk cId="930833320" sldId="266"/>
            <ac:spMk id="7" creationId="{5F827BAA-7E22-F268-D9DC-5E17D9155237}"/>
          </ac:spMkLst>
        </pc:spChg>
        <pc:spChg chg="mod">
          <ac:chgData name="Hamsika Peddina" userId="0a25584e6d77972b" providerId="LiveId" clId="{9A3C3C37-A6E1-428F-8F58-D52E9F9B9DB6}" dt="2026-03-09T09:08:56.900" v="638" actId="1076"/>
          <ac:spMkLst>
            <pc:docMk/>
            <pc:sldMk cId="930833320" sldId="266"/>
            <ac:spMk id="9" creationId="{0BAA4F36-AB00-F2C4-B47F-6381355DE604}"/>
          </ac:spMkLst>
        </pc:spChg>
      </pc:sldChg>
      <pc:sldChg chg="modSp mod">
        <pc:chgData name="Hamsika Peddina" userId="0a25584e6d77972b" providerId="LiveId" clId="{9A3C3C37-A6E1-428F-8F58-D52E9F9B9DB6}" dt="2026-03-09T09:07:36.503" v="635" actId="255"/>
        <pc:sldMkLst>
          <pc:docMk/>
          <pc:sldMk cId="1017016331" sldId="314"/>
        </pc:sldMkLst>
        <pc:spChg chg="mod">
          <ac:chgData name="Hamsika Peddina" userId="0a25584e6d77972b" providerId="LiveId" clId="{9A3C3C37-A6E1-428F-8F58-D52E9F9B9DB6}" dt="2026-03-09T09:07:36.503" v="635" actId="255"/>
          <ac:spMkLst>
            <pc:docMk/>
            <pc:sldMk cId="1017016331" sldId="314"/>
            <ac:spMk id="2" creationId="{3C500A09-BF95-A121-71A4-33FFE91ACA86}"/>
          </ac:spMkLst>
        </pc:spChg>
        <pc:spChg chg="mod">
          <ac:chgData name="Hamsika Peddina" userId="0a25584e6d77972b" providerId="LiveId" clId="{9A3C3C37-A6E1-428F-8F58-D52E9F9B9DB6}" dt="2026-03-06T03:28:25.408" v="459" actId="2711"/>
          <ac:spMkLst>
            <pc:docMk/>
            <pc:sldMk cId="1017016331" sldId="314"/>
            <ac:spMk id="3" creationId="{7AEAE0CE-45A1-A1FF-31F4-66CECAEF3059}"/>
          </ac:spMkLst>
        </pc:spChg>
        <pc:spChg chg="mod">
          <ac:chgData name="Hamsika Peddina" userId="0a25584e6d77972b" providerId="LiveId" clId="{9A3C3C37-A6E1-428F-8F58-D52E9F9B9DB6}" dt="2026-03-09T09:00:44.512" v="573"/>
          <ac:spMkLst>
            <pc:docMk/>
            <pc:sldMk cId="1017016331" sldId="314"/>
            <ac:spMk id="5" creationId="{8A4C03D2-3952-BF4D-18CA-C2C8547E2A2A}"/>
          </ac:spMkLst>
        </pc:spChg>
        <pc:spChg chg="mod">
          <ac:chgData name="Hamsika Peddina" userId="0a25584e6d77972b" providerId="LiveId" clId="{9A3C3C37-A6E1-428F-8F58-D52E9F9B9DB6}" dt="2026-03-09T09:00:44.512" v="573"/>
          <ac:spMkLst>
            <pc:docMk/>
            <pc:sldMk cId="1017016331" sldId="314"/>
            <ac:spMk id="6" creationId="{024CF11E-4EBB-004C-8FD7-152B8D16D8B6}"/>
          </ac:spMkLst>
        </pc:spChg>
        <pc:spChg chg="mod">
          <ac:chgData name="Hamsika Peddina" userId="0a25584e6d77972b" providerId="LiveId" clId="{9A3C3C37-A6E1-428F-8F58-D52E9F9B9DB6}" dt="2026-03-06T03:28:30.936" v="460" actId="2711"/>
          <ac:spMkLst>
            <pc:docMk/>
            <pc:sldMk cId="1017016331" sldId="314"/>
            <ac:spMk id="13" creationId="{3F9DE7D0-41AC-90DD-3065-235240261B1B}"/>
          </ac:spMkLst>
        </pc:spChg>
        <pc:picChg chg="mod">
          <ac:chgData name="Hamsika Peddina" userId="0a25584e6d77972b" providerId="LiveId" clId="{9A3C3C37-A6E1-428F-8F58-D52E9F9B9DB6}" dt="2026-03-06T02:43:47.953" v="337" actId="1076"/>
          <ac:picMkLst>
            <pc:docMk/>
            <pc:sldMk cId="1017016331" sldId="314"/>
            <ac:picMk id="12" creationId="{22EBCDF0-8C0C-C908-85EA-FD8A72825B21}"/>
          </ac:picMkLst>
        </pc:picChg>
      </pc:sldChg>
      <pc:sldChg chg="modSp mod">
        <pc:chgData name="Hamsika Peddina" userId="0a25584e6d77972b" providerId="LiveId" clId="{9A3C3C37-A6E1-428F-8F58-D52E9F9B9DB6}" dt="2026-03-09T09:00:44.950" v="574" actId="27636"/>
        <pc:sldMkLst>
          <pc:docMk/>
          <pc:sldMk cId="326239331" sldId="322"/>
        </pc:sldMkLst>
        <pc:spChg chg="mod">
          <ac:chgData name="Hamsika Peddina" userId="0a25584e6d77972b" providerId="LiveId" clId="{9A3C3C37-A6E1-428F-8F58-D52E9F9B9DB6}" dt="2026-03-09T09:00:44.512" v="573"/>
          <ac:spMkLst>
            <pc:docMk/>
            <pc:sldMk cId="326239331" sldId="322"/>
            <ac:spMk id="5" creationId="{BD5C2420-26C9-65B4-41BA-D5CA69721C05}"/>
          </ac:spMkLst>
        </pc:spChg>
        <pc:spChg chg="mod">
          <ac:chgData name="Hamsika Peddina" userId="0a25584e6d77972b" providerId="LiveId" clId="{9A3C3C37-A6E1-428F-8F58-D52E9F9B9DB6}" dt="2026-03-09T09:00:44.512" v="573"/>
          <ac:spMkLst>
            <pc:docMk/>
            <pc:sldMk cId="326239331" sldId="322"/>
            <ac:spMk id="6" creationId="{AE9B4454-96E6-70D8-1440-2142487397DF}"/>
          </ac:spMkLst>
        </pc:spChg>
        <pc:spChg chg="mod">
          <ac:chgData name="Hamsika Peddina" userId="0a25584e6d77972b" providerId="LiveId" clId="{9A3C3C37-A6E1-428F-8F58-D52E9F9B9DB6}" dt="2026-03-09T09:00:44.512" v="573"/>
          <ac:spMkLst>
            <pc:docMk/>
            <pc:sldMk cId="326239331" sldId="322"/>
            <ac:spMk id="7" creationId="{5F827BAA-7E22-F268-D9DC-5E17D9155237}"/>
          </ac:spMkLst>
        </pc:spChg>
        <pc:spChg chg="mod">
          <ac:chgData name="Hamsika Peddina" userId="0a25584e6d77972b" providerId="LiveId" clId="{9A3C3C37-A6E1-428F-8F58-D52E9F9B9DB6}" dt="2026-03-09T09:00:44.950" v="574" actId="27636"/>
          <ac:spMkLst>
            <pc:docMk/>
            <pc:sldMk cId="326239331" sldId="322"/>
            <ac:spMk id="9" creationId="{0BAA4F36-AB00-F2C4-B47F-6381355DE604}"/>
          </ac:spMkLst>
        </pc:spChg>
      </pc:sldChg>
      <pc:sldChg chg="modSp mod">
        <pc:chgData name="Hamsika Peddina" userId="0a25584e6d77972b" providerId="LiveId" clId="{9A3C3C37-A6E1-428F-8F58-D52E9F9B9DB6}" dt="2026-03-09T09:08:31.669" v="637" actId="1076"/>
        <pc:sldMkLst>
          <pc:docMk/>
          <pc:sldMk cId="2715783799" sldId="323"/>
        </pc:sldMkLst>
        <pc:spChg chg="mod">
          <ac:chgData name="Hamsika Peddina" userId="0a25584e6d77972b" providerId="LiveId" clId="{9A3C3C37-A6E1-428F-8F58-D52E9F9B9DB6}" dt="2026-03-09T09:00:44.512" v="573"/>
          <ac:spMkLst>
            <pc:docMk/>
            <pc:sldMk cId="2715783799" sldId="323"/>
            <ac:spMk id="5" creationId="{BD5C2420-26C9-65B4-41BA-D5CA69721C05}"/>
          </ac:spMkLst>
        </pc:spChg>
        <pc:spChg chg="mod">
          <ac:chgData name="Hamsika Peddina" userId="0a25584e6d77972b" providerId="LiveId" clId="{9A3C3C37-A6E1-428F-8F58-D52E9F9B9DB6}" dt="2026-03-09T09:00:44.512" v="573"/>
          <ac:spMkLst>
            <pc:docMk/>
            <pc:sldMk cId="2715783799" sldId="323"/>
            <ac:spMk id="6" creationId="{AE9B4454-96E6-70D8-1440-2142487397DF}"/>
          </ac:spMkLst>
        </pc:spChg>
        <pc:spChg chg="mod">
          <ac:chgData name="Hamsika Peddina" userId="0a25584e6d77972b" providerId="LiveId" clId="{9A3C3C37-A6E1-428F-8F58-D52E9F9B9DB6}" dt="2026-03-09T09:00:44.512" v="573"/>
          <ac:spMkLst>
            <pc:docMk/>
            <pc:sldMk cId="2715783799" sldId="323"/>
            <ac:spMk id="7" creationId="{5F827BAA-7E22-F268-D9DC-5E17D9155237}"/>
          </ac:spMkLst>
        </pc:spChg>
        <pc:spChg chg="mod">
          <ac:chgData name="Hamsika Peddina" userId="0a25584e6d77972b" providerId="LiveId" clId="{9A3C3C37-A6E1-428F-8F58-D52E9F9B9DB6}" dt="2026-03-09T09:08:25.838" v="636" actId="1076"/>
          <ac:spMkLst>
            <pc:docMk/>
            <pc:sldMk cId="2715783799" sldId="323"/>
            <ac:spMk id="8" creationId="{D45DB3B1-7702-A34D-B15A-E964B95D6FB5}"/>
          </ac:spMkLst>
        </pc:spChg>
        <pc:spChg chg="mod">
          <ac:chgData name="Hamsika Peddina" userId="0a25584e6d77972b" providerId="LiveId" clId="{9A3C3C37-A6E1-428F-8F58-D52E9F9B9DB6}" dt="2026-03-09T09:08:31.669" v="637" actId="1076"/>
          <ac:spMkLst>
            <pc:docMk/>
            <pc:sldMk cId="2715783799" sldId="323"/>
            <ac:spMk id="9" creationId="{0BAA4F36-AB00-F2C4-B47F-6381355DE604}"/>
          </ac:spMkLst>
        </pc:spChg>
      </pc:sldChg>
      <pc:sldChg chg="modSp ord">
        <pc:chgData name="Hamsika Peddina" userId="0a25584e6d77972b" providerId="LiveId" clId="{9A3C3C37-A6E1-428F-8F58-D52E9F9B9DB6}" dt="2026-03-09T09:00:44.512" v="573"/>
        <pc:sldMkLst>
          <pc:docMk/>
          <pc:sldMk cId="4213958207" sldId="332"/>
        </pc:sldMkLst>
        <pc:spChg chg="mod">
          <ac:chgData name="Hamsika Peddina" userId="0a25584e6d77972b" providerId="LiveId" clId="{9A3C3C37-A6E1-428F-8F58-D52E9F9B9DB6}" dt="2026-03-09T09:00:44.512" v="573"/>
          <ac:spMkLst>
            <pc:docMk/>
            <pc:sldMk cId="4213958207" sldId="332"/>
            <ac:spMk id="5" creationId="{BD5C2420-26C9-65B4-41BA-D5CA69721C05}"/>
          </ac:spMkLst>
        </pc:spChg>
        <pc:spChg chg="mod">
          <ac:chgData name="Hamsika Peddina" userId="0a25584e6d77972b" providerId="LiveId" clId="{9A3C3C37-A6E1-428F-8F58-D52E9F9B9DB6}" dt="2026-03-09T09:00:44.512" v="573"/>
          <ac:spMkLst>
            <pc:docMk/>
            <pc:sldMk cId="4213958207" sldId="332"/>
            <ac:spMk id="6" creationId="{AE9B4454-96E6-70D8-1440-2142487397DF}"/>
          </ac:spMkLst>
        </pc:spChg>
        <pc:spChg chg="mod">
          <ac:chgData name="Hamsika Peddina" userId="0a25584e6d77972b" providerId="LiveId" clId="{9A3C3C37-A6E1-428F-8F58-D52E9F9B9DB6}" dt="2026-03-09T09:00:44.512" v="573"/>
          <ac:spMkLst>
            <pc:docMk/>
            <pc:sldMk cId="4213958207" sldId="332"/>
            <ac:spMk id="7" creationId="{5F827BAA-7E22-F268-D9DC-5E17D9155237}"/>
          </ac:spMkLst>
        </pc:spChg>
      </pc:sldChg>
      <pc:sldChg chg="addSp delSp modSp mod">
        <pc:chgData name="Hamsika Peddina" userId="0a25584e6d77972b" providerId="LiveId" clId="{9A3C3C37-A6E1-428F-8F58-D52E9F9B9DB6}" dt="2026-03-09T09:04:56.890" v="596" actId="27636"/>
        <pc:sldMkLst>
          <pc:docMk/>
          <pc:sldMk cId="3431953712" sldId="340"/>
        </pc:sldMkLst>
        <pc:spChg chg="mod">
          <ac:chgData name="Hamsika Peddina" userId="0a25584e6d77972b" providerId="LiveId" clId="{9A3C3C37-A6E1-428F-8F58-D52E9F9B9DB6}" dt="2026-03-09T09:04:56.890" v="596" actId="27636"/>
          <ac:spMkLst>
            <pc:docMk/>
            <pc:sldMk cId="3431953712" sldId="340"/>
            <ac:spMk id="2" creationId="{37323D68-D41B-9825-3931-B79590C795F8}"/>
          </ac:spMkLst>
        </pc:spChg>
        <pc:spChg chg="mod">
          <ac:chgData name="Hamsika Peddina" userId="0a25584e6d77972b" providerId="LiveId" clId="{9A3C3C37-A6E1-428F-8F58-D52E9F9B9DB6}" dt="2026-03-09T09:00:44.512" v="573"/>
          <ac:spMkLst>
            <pc:docMk/>
            <pc:sldMk cId="3431953712" sldId="340"/>
            <ac:spMk id="4" creationId="{F1963D1B-E2DB-29C3-BA63-FF21B16E3D52}"/>
          </ac:spMkLst>
        </pc:spChg>
        <pc:spChg chg="mod">
          <ac:chgData name="Hamsika Peddina" userId="0a25584e6d77972b" providerId="LiveId" clId="{9A3C3C37-A6E1-428F-8F58-D52E9F9B9DB6}" dt="2026-03-09T09:00:44.512" v="573"/>
          <ac:spMkLst>
            <pc:docMk/>
            <pc:sldMk cId="3431953712" sldId="340"/>
            <ac:spMk id="5" creationId="{49114CB5-AB44-10F9-E8AF-4658C65956F4}"/>
          </ac:spMkLst>
        </pc:spChg>
        <pc:spChg chg="mod">
          <ac:chgData name="Hamsika Peddina" userId="0a25584e6d77972b" providerId="LiveId" clId="{9A3C3C37-A6E1-428F-8F58-D52E9F9B9DB6}" dt="2026-03-09T09:00:44.512" v="573"/>
          <ac:spMkLst>
            <pc:docMk/>
            <pc:sldMk cId="3431953712" sldId="340"/>
            <ac:spMk id="6" creationId="{198D5113-7B1F-AF02-CDA9-5B3AB95BE716}"/>
          </ac:spMkLst>
        </pc:spChg>
        <pc:picChg chg="add mod ord">
          <ac:chgData name="Hamsika Peddina" userId="0a25584e6d77972b" providerId="LiveId" clId="{9A3C3C37-A6E1-428F-8F58-D52E9F9B9DB6}" dt="2026-03-06T08:12:30.833" v="477" actId="1076"/>
          <ac:picMkLst>
            <pc:docMk/>
            <pc:sldMk cId="3431953712" sldId="340"/>
            <ac:picMk id="8" creationId="{43AD8FC7-258B-104B-4C95-3263DF5CF818}"/>
          </ac:picMkLst>
        </pc:picChg>
      </pc:sldChg>
      <pc:sldChg chg="addSp delSp modSp mod">
        <pc:chgData name="Hamsika Peddina" userId="0a25584e6d77972b" providerId="LiveId" clId="{9A3C3C37-A6E1-428F-8F58-D52E9F9B9DB6}" dt="2026-03-09T09:02:51.506" v="580" actId="2711"/>
        <pc:sldMkLst>
          <pc:docMk/>
          <pc:sldMk cId="3205484866" sldId="341"/>
        </pc:sldMkLst>
        <pc:spChg chg="add mod">
          <ac:chgData name="Hamsika Peddina" userId="0a25584e6d77972b" providerId="LiveId" clId="{9A3C3C37-A6E1-428F-8F58-D52E9F9B9DB6}" dt="2026-03-09T09:02:51.506" v="580" actId="2711"/>
          <ac:spMkLst>
            <pc:docMk/>
            <pc:sldMk cId="3205484866" sldId="341"/>
            <ac:spMk id="2" creationId="{D3C1FE45-AABD-1E1A-B486-33604FB73A83}"/>
          </ac:spMkLst>
        </pc:spChg>
        <pc:spChg chg="mod">
          <ac:chgData name="Hamsika Peddina" userId="0a25584e6d77972b" providerId="LiveId" clId="{9A3C3C37-A6E1-428F-8F58-D52E9F9B9DB6}" dt="2026-03-09T09:00:44.512" v="573"/>
          <ac:spMkLst>
            <pc:docMk/>
            <pc:sldMk cId="3205484866" sldId="341"/>
            <ac:spMk id="5" creationId="{DBF95472-1444-D525-21F0-49779A036CF4}"/>
          </ac:spMkLst>
        </pc:spChg>
        <pc:spChg chg="mod">
          <ac:chgData name="Hamsika Peddina" userId="0a25584e6d77972b" providerId="LiveId" clId="{9A3C3C37-A6E1-428F-8F58-D52E9F9B9DB6}" dt="2026-03-09T09:00:44.512" v="573"/>
          <ac:spMkLst>
            <pc:docMk/>
            <pc:sldMk cId="3205484866" sldId="341"/>
            <ac:spMk id="6" creationId="{F5E105F9-7400-1835-C4B4-B38C94DE631B}"/>
          </ac:spMkLst>
        </pc:spChg>
        <pc:spChg chg="mod">
          <ac:chgData name="Hamsika Peddina" userId="0a25584e6d77972b" providerId="LiveId" clId="{9A3C3C37-A6E1-428F-8F58-D52E9F9B9DB6}" dt="2026-03-09T09:00:44.512" v="573"/>
          <ac:spMkLst>
            <pc:docMk/>
            <pc:sldMk cId="3205484866" sldId="341"/>
            <ac:spMk id="7" creationId="{F9D399E1-BA43-10D5-C92A-C058676C1ABA}"/>
          </ac:spMkLst>
        </pc:spChg>
        <pc:spChg chg="mod">
          <ac:chgData name="Hamsika Peddina" userId="0a25584e6d77972b" providerId="LiveId" clId="{9A3C3C37-A6E1-428F-8F58-D52E9F9B9DB6}" dt="2026-03-05T14:42:46.590" v="138" actId="1076"/>
          <ac:spMkLst>
            <pc:docMk/>
            <pc:sldMk cId="3205484866" sldId="341"/>
            <ac:spMk id="8" creationId="{2EAE696E-C5CB-1479-F98C-F7C2D0B7BED0}"/>
          </ac:spMkLst>
        </pc:spChg>
      </pc:sldChg>
      <pc:sldChg chg="addSp delSp modSp mod">
        <pc:chgData name="Hamsika Peddina" userId="0a25584e6d77972b" providerId="LiveId" clId="{9A3C3C37-A6E1-428F-8F58-D52E9F9B9DB6}" dt="2026-03-09T09:09:10.189" v="640" actId="1076"/>
        <pc:sldMkLst>
          <pc:docMk/>
          <pc:sldMk cId="3489011149" sldId="342"/>
        </pc:sldMkLst>
        <pc:spChg chg="mod">
          <ac:chgData name="Hamsika Peddina" userId="0a25584e6d77972b" providerId="LiveId" clId="{9A3C3C37-A6E1-428F-8F58-D52E9F9B9DB6}" dt="2026-03-09T09:00:44.512" v="573"/>
          <ac:spMkLst>
            <pc:docMk/>
            <pc:sldMk cId="3489011149" sldId="342"/>
            <ac:spMk id="5" creationId="{ABAD3843-97BD-682A-B84E-8FDB1825801E}"/>
          </ac:spMkLst>
        </pc:spChg>
        <pc:spChg chg="mod">
          <ac:chgData name="Hamsika Peddina" userId="0a25584e6d77972b" providerId="LiveId" clId="{9A3C3C37-A6E1-428F-8F58-D52E9F9B9DB6}" dt="2026-03-09T09:00:44.512" v="573"/>
          <ac:spMkLst>
            <pc:docMk/>
            <pc:sldMk cId="3489011149" sldId="342"/>
            <ac:spMk id="6" creationId="{8AA237BD-B76F-738D-5648-B271AAD57998}"/>
          </ac:spMkLst>
        </pc:spChg>
        <pc:spChg chg="mod">
          <ac:chgData name="Hamsika Peddina" userId="0a25584e6d77972b" providerId="LiveId" clId="{9A3C3C37-A6E1-428F-8F58-D52E9F9B9DB6}" dt="2026-03-09T09:00:44.512" v="573"/>
          <ac:spMkLst>
            <pc:docMk/>
            <pc:sldMk cId="3489011149" sldId="342"/>
            <ac:spMk id="7" creationId="{27B2409B-FFAD-25CD-834C-0C2CA4A71B30}"/>
          </ac:spMkLst>
        </pc:spChg>
        <pc:spChg chg="mod">
          <ac:chgData name="Hamsika Peddina" userId="0a25584e6d77972b" providerId="LiveId" clId="{9A3C3C37-A6E1-428F-8F58-D52E9F9B9DB6}" dt="2026-03-05T16:07:50.937" v="323" actId="1076"/>
          <ac:spMkLst>
            <pc:docMk/>
            <pc:sldMk cId="3489011149" sldId="342"/>
            <ac:spMk id="8" creationId="{C17383E4-A635-5D2C-0BA9-6A9D4A506E92}"/>
          </ac:spMkLst>
        </pc:spChg>
        <pc:picChg chg="add mod">
          <ac:chgData name="Hamsika Peddina" userId="0a25584e6d77972b" providerId="LiveId" clId="{9A3C3C37-A6E1-428F-8F58-D52E9F9B9DB6}" dt="2026-03-05T16:08:28.028" v="325" actId="1076"/>
          <ac:picMkLst>
            <pc:docMk/>
            <pc:sldMk cId="3489011149" sldId="342"/>
            <ac:picMk id="3" creationId="{558B3438-6460-EA34-B987-FA8B07FAC610}"/>
          </ac:picMkLst>
        </pc:picChg>
        <pc:picChg chg="add mod">
          <ac:chgData name="Hamsika Peddina" userId="0a25584e6d77972b" providerId="LiveId" clId="{9A3C3C37-A6E1-428F-8F58-D52E9F9B9DB6}" dt="2026-03-09T09:09:10.189" v="640" actId="1076"/>
          <ac:picMkLst>
            <pc:docMk/>
            <pc:sldMk cId="3489011149" sldId="342"/>
            <ac:picMk id="1026" creationId="{CDDB07DE-5360-A5D3-4C8D-1CCE056B24ED}"/>
          </ac:picMkLst>
        </pc:picChg>
      </pc:sldChg>
      <pc:sldChg chg="modSp mod">
        <pc:chgData name="Hamsika Peddina" userId="0a25584e6d77972b" providerId="LiveId" clId="{9A3C3C37-A6E1-428F-8F58-D52E9F9B9DB6}" dt="2026-03-09T09:03:25.590" v="582" actId="1036"/>
        <pc:sldMkLst>
          <pc:docMk/>
          <pc:sldMk cId="4072965683" sldId="343"/>
        </pc:sldMkLst>
        <pc:spChg chg="mod">
          <ac:chgData name="Hamsika Peddina" userId="0a25584e6d77972b" providerId="LiveId" clId="{9A3C3C37-A6E1-428F-8F58-D52E9F9B9DB6}" dt="2026-03-09T09:00:44.512" v="573"/>
          <ac:spMkLst>
            <pc:docMk/>
            <pc:sldMk cId="4072965683" sldId="343"/>
            <ac:spMk id="5" creationId="{919FF571-AABB-DBF0-2720-7F01DFDDF1CF}"/>
          </ac:spMkLst>
        </pc:spChg>
        <pc:spChg chg="mod">
          <ac:chgData name="Hamsika Peddina" userId="0a25584e6d77972b" providerId="LiveId" clId="{9A3C3C37-A6E1-428F-8F58-D52E9F9B9DB6}" dt="2026-03-09T09:00:44.512" v="573"/>
          <ac:spMkLst>
            <pc:docMk/>
            <pc:sldMk cId="4072965683" sldId="343"/>
            <ac:spMk id="6" creationId="{ECAF6678-7BBF-2FBC-8619-C887BD26D4FF}"/>
          </ac:spMkLst>
        </pc:spChg>
        <pc:spChg chg="mod">
          <ac:chgData name="Hamsika Peddina" userId="0a25584e6d77972b" providerId="LiveId" clId="{9A3C3C37-A6E1-428F-8F58-D52E9F9B9DB6}" dt="2026-03-09T09:00:44.512" v="573"/>
          <ac:spMkLst>
            <pc:docMk/>
            <pc:sldMk cId="4072965683" sldId="343"/>
            <ac:spMk id="7" creationId="{E45A9859-4671-FF5D-1356-4CDA5C5CDEA3}"/>
          </ac:spMkLst>
        </pc:spChg>
        <pc:spChg chg="mod">
          <ac:chgData name="Hamsika Peddina" userId="0a25584e6d77972b" providerId="LiveId" clId="{9A3C3C37-A6E1-428F-8F58-D52E9F9B9DB6}" dt="2026-03-09T09:03:25.590" v="582" actId="1036"/>
          <ac:spMkLst>
            <pc:docMk/>
            <pc:sldMk cId="4072965683" sldId="343"/>
            <ac:spMk id="9" creationId="{1890F206-B37F-761D-F471-0BF91F889799}"/>
          </ac:spMkLst>
        </pc:spChg>
      </pc:sldChg>
      <pc:sldChg chg="modSp mod">
        <pc:chgData name="Hamsika Peddina" userId="0a25584e6d77972b" providerId="LiveId" clId="{9A3C3C37-A6E1-428F-8F58-D52E9F9B9DB6}" dt="2026-03-09T09:09:38.708" v="641" actId="1076"/>
        <pc:sldMkLst>
          <pc:docMk/>
          <pc:sldMk cId="1263985989" sldId="344"/>
        </pc:sldMkLst>
        <pc:spChg chg="mod">
          <ac:chgData name="Hamsika Peddina" userId="0a25584e6d77972b" providerId="LiveId" clId="{9A3C3C37-A6E1-428F-8F58-D52E9F9B9DB6}" dt="2026-03-09T09:00:44.512" v="573"/>
          <ac:spMkLst>
            <pc:docMk/>
            <pc:sldMk cId="1263985989" sldId="344"/>
            <ac:spMk id="5" creationId="{268B0D62-5A39-5424-9CF6-9A5122E0D21E}"/>
          </ac:spMkLst>
        </pc:spChg>
        <pc:spChg chg="mod">
          <ac:chgData name="Hamsika Peddina" userId="0a25584e6d77972b" providerId="LiveId" clId="{9A3C3C37-A6E1-428F-8F58-D52E9F9B9DB6}" dt="2026-03-09T09:00:44.512" v="573"/>
          <ac:spMkLst>
            <pc:docMk/>
            <pc:sldMk cId="1263985989" sldId="344"/>
            <ac:spMk id="6" creationId="{47045F34-84C7-08FE-3B8E-621019BE8AFE}"/>
          </ac:spMkLst>
        </pc:spChg>
        <pc:spChg chg="mod">
          <ac:chgData name="Hamsika Peddina" userId="0a25584e6d77972b" providerId="LiveId" clId="{9A3C3C37-A6E1-428F-8F58-D52E9F9B9DB6}" dt="2026-03-09T09:00:44.512" v="573"/>
          <ac:spMkLst>
            <pc:docMk/>
            <pc:sldMk cId="1263985989" sldId="344"/>
            <ac:spMk id="7" creationId="{796C40D6-1BC6-8947-EA26-62259BD2C227}"/>
          </ac:spMkLst>
        </pc:spChg>
        <pc:spChg chg="mod">
          <ac:chgData name="Hamsika Peddina" userId="0a25584e6d77972b" providerId="LiveId" clId="{9A3C3C37-A6E1-428F-8F58-D52E9F9B9DB6}" dt="2026-03-09T09:09:38.708" v="641" actId="1076"/>
          <ac:spMkLst>
            <pc:docMk/>
            <pc:sldMk cId="1263985989" sldId="344"/>
            <ac:spMk id="9" creationId="{363C44B8-E8B6-5D9D-90FF-ECD825D72DFC}"/>
          </ac:spMkLst>
        </pc:spChg>
      </pc:sldChg>
      <pc:sldChg chg="addSp delSp modSp mod">
        <pc:chgData name="Hamsika Peddina" userId="0a25584e6d77972b" providerId="LiveId" clId="{9A3C3C37-A6E1-428F-8F58-D52E9F9B9DB6}" dt="2026-03-09T09:04:38.892" v="592" actId="255"/>
        <pc:sldMkLst>
          <pc:docMk/>
          <pc:sldMk cId="1906946512" sldId="345"/>
        </pc:sldMkLst>
        <pc:spChg chg="mod">
          <ac:chgData name="Hamsika Peddina" userId="0a25584e6d77972b" providerId="LiveId" clId="{9A3C3C37-A6E1-428F-8F58-D52E9F9B9DB6}" dt="2026-03-09T09:00:44.512" v="573"/>
          <ac:spMkLst>
            <pc:docMk/>
            <pc:sldMk cId="1906946512" sldId="345"/>
            <ac:spMk id="5" creationId="{49D0E4ED-DE37-6D8E-7EB1-1F0F05E37DA3}"/>
          </ac:spMkLst>
        </pc:spChg>
        <pc:spChg chg="mod">
          <ac:chgData name="Hamsika Peddina" userId="0a25584e6d77972b" providerId="LiveId" clId="{9A3C3C37-A6E1-428F-8F58-D52E9F9B9DB6}" dt="2026-03-09T09:00:44.512" v="573"/>
          <ac:spMkLst>
            <pc:docMk/>
            <pc:sldMk cId="1906946512" sldId="345"/>
            <ac:spMk id="6" creationId="{4925EEDF-18C5-49AB-9643-7F31370592F9}"/>
          </ac:spMkLst>
        </pc:spChg>
        <pc:spChg chg="mod">
          <ac:chgData name="Hamsika Peddina" userId="0a25584e6d77972b" providerId="LiveId" clId="{9A3C3C37-A6E1-428F-8F58-D52E9F9B9DB6}" dt="2026-03-09T09:00:44.512" v="573"/>
          <ac:spMkLst>
            <pc:docMk/>
            <pc:sldMk cId="1906946512" sldId="345"/>
            <ac:spMk id="7" creationId="{803C038D-A939-9973-E752-364BB70EE05C}"/>
          </ac:spMkLst>
        </pc:spChg>
        <pc:spChg chg="mod">
          <ac:chgData name="Hamsika Peddina" userId="0a25584e6d77972b" providerId="LiveId" clId="{9A3C3C37-A6E1-428F-8F58-D52E9F9B9DB6}" dt="2026-03-05T15:04:17.114" v="278" actId="1076"/>
          <ac:spMkLst>
            <pc:docMk/>
            <pc:sldMk cId="1906946512" sldId="345"/>
            <ac:spMk id="8" creationId="{C3A50108-EF3B-F9BF-CB25-7C4C67A41AAC}"/>
          </ac:spMkLst>
        </pc:spChg>
        <pc:graphicFrameChg chg="add mod modGraphic">
          <ac:chgData name="Hamsika Peddina" userId="0a25584e6d77972b" providerId="LiveId" clId="{9A3C3C37-A6E1-428F-8F58-D52E9F9B9DB6}" dt="2026-03-09T09:04:38.892" v="592" actId="255"/>
          <ac:graphicFrameMkLst>
            <pc:docMk/>
            <pc:sldMk cId="1906946512" sldId="345"/>
            <ac:graphicFrameMk id="10" creationId="{1D225354-0115-503C-5BD2-3FE4DD4ECEA3}"/>
          </ac:graphicFrameMkLst>
        </pc:graphicFrameChg>
      </pc:sldChg>
      <pc:sldChg chg="addSp delSp modSp del mod">
        <pc:chgData name="Hamsika Peddina" userId="0a25584e6d77972b" providerId="LiveId" clId="{9A3C3C37-A6E1-428F-8F58-D52E9F9B9DB6}" dt="2026-03-05T15:49:24.101" v="317" actId="2696"/>
        <pc:sldMkLst>
          <pc:docMk/>
          <pc:sldMk cId="344365824" sldId="346"/>
        </pc:sldMkLst>
      </pc:sldChg>
      <pc:sldChg chg="modSp mod">
        <pc:chgData name="Hamsika Peddina" userId="0a25584e6d77972b" providerId="LiveId" clId="{9A3C3C37-A6E1-428F-8F58-D52E9F9B9DB6}" dt="2026-03-09T09:00:44.512" v="573"/>
        <pc:sldMkLst>
          <pc:docMk/>
          <pc:sldMk cId="2858912175" sldId="347"/>
        </pc:sldMkLst>
        <pc:spChg chg="mod">
          <ac:chgData name="Hamsika Peddina" userId="0a25584e6d77972b" providerId="LiveId" clId="{9A3C3C37-A6E1-428F-8F58-D52E9F9B9DB6}" dt="2026-03-09T09:00:44.512" v="573"/>
          <ac:spMkLst>
            <pc:docMk/>
            <pc:sldMk cId="2858912175" sldId="347"/>
            <ac:spMk id="5" creationId="{82A84C9A-73D1-DA76-6E0C-91C24CB8321A}"/>
          </ac:spMkLst>
        </pc:spChg>
        <pc:spChg chg="mod">
          <ac:chgData name="Hamsika Peddina" userId="0a25584e6d77972b" providerId="LiveId" clId="{9A3C3C37-A6E1-428F-8F58-D52E9F9B9DB6}" dt="2026-03-09T09:00:44.512" v="573"/>
          <ac:spMkLst>
            <pc:docMk/>
            <pc:sldMk cId="2858912175" sldId="347"/>
            <ac:spMk id="6" creationId="{CB81726C-C351-8876-43C7-C9B8807EA560}"/>
          </ac:spMkLst>
        </pc:spChg>
        <pc:spChg chg="mod">
          <ac:chgData name="Hamsika Peddina" userId="0a25584e6d77972b" providerId="LiveId" clId="{9A3C3C37-A6E1-428F-8F58-D52E9F9B9DB6}" dt="2026-03-09T09:00:44.512" v="573"/>
          <ac:spMkLst>
            <pc:docMk/>
            <pc:sldMk cId="2858912175" sldId="347"/>
            <ac:spMk id="7" creationId="{36E4E02D-0287-0F0D-A891-AE869E4F0992}"/>
          </ac:spMkLst>
        </pc:spChg>
        <pc:spChg chg="mod">
          <ac:chgData name="Hamsika Peddina" userId="0a25584e6d77972b" providerId="LiveId" clId="{9A3C3C37-A6E1-428F-8F58-D52E9F9B9DB6}" dt="2026-03-09T09:00:12.629" v="572" actId="27636"/>
          <ac:spMkLst>
            <pc:docMk/>
            <pc:sldMk cId="2858912175" sldId="347"/>
            <ac:spMk id="9" creationId="{956E9376-CB4B-895B-7B5C-D2F5AAED7494}"/>
          </ac:spMkLst>
        </pc:spChg>
      </pc:sldChg>
      <pc:sldChg chg="addSp delSp modSp mod">
        <pc:chgData name="Hamsika Peddina" userId="0a25584e6d77972b" providerId="LiveId" clId="{9A3C3C37-A6E1-428F-8F58-D52E9F9B9DB6}" dt="2026-03-09T09:10:13.193" v="642" actId="1076"/>
        <pc:sldMkLst>
          <pc:docMk/>
          <pc:sldMk cId="2357471992" sldId="348"/>
        </pc:sldMkLst>
        <pc:spChg chg="mod">
          <ac:chgData name="Hamsika Peddina" userId="0a25584e6d77972b" providerId="LiveId" clId="{9A3C3C37-A6E1-428F-8F58-D52E9F9B9DB6}" dt="2026-03-09T09:10:13.193" v="642" actId="1076"/>
          <ac:spMkLst>
            <pc:docMk/>
            <pc:sldMk cId="2357471992" sldId="348"/>
            <ac:spMk id="2" creationId="{0C9961B8-8709-0718-F6D3-9D07622F76AF}"/>
          </ac:spMkLst>
        </pc:spChg>
        <pc:spChg chg="mod">
          <ac:chgData name="Hamsika Peddina" userId="0a25584e6d77972b" providerId="LiveId" clId="{9A3C3C37-A6E1-428F-8F58-D52E9F9B9DB6}" dt="2026-03-09T09:00:44.512" v="573"/>
          <ac:spMkLst>
            <pc:docMk/>
            <pc:sldMk cId="2357471992" sldId="348"/>
            <ac:spMk id="4" creationId="{5B18EAAE-4073-261B-4850-9857C07DBAF0}"/>
          </ac:spMkLst>
        </pc:spChg>
        <pc:spChg chg="mod">
          <ac:chgData name="Hamsika Peddina" userId="0a25584e6d77972b" providerId="LiveId" clId="{9A3C3C37-A6E1-428F-8F58-D52E9F9B9DB6}" dt="2026-03-09T09:00:44.512" v="573"/>
          <ac:spMkLst>
            <pc:docMk/>
            <pc:sldMk cId="2357471992" sldId="348"/>
            <ac:spMk id="5" creationId="{A3CA2172-0EFE-3ADA-47FA-029EF21AB5B8}"/>
          </ac:spMkLst>
        </pc:spChg>
        <pc:spChg chg="mod">
          <ac:chgData name="Hamsika Peddina" userId="0a25584e6d77972b" providerId="LiveId" clId="{9A3C3C37-A6E1-428F-8F58-D52E9F9B9DB6}" dt="2026-03-09T09:00:44.512" v="573"/>
          <ac:spMkLst>
            <pc:docMk/>
            <pc:sldMk cId="2357471992" sldId="348"/>
            <ac:spMk id="6" creationId="{C3E9B8A7-6131-D012-7DA4-A9F36B2B1525}"/>
          </ac:spMkLst>
        </pc:spChg>
        <pc:picChg chg="add mod">
          <ac:chgData name="Hamsika Peddina" userId="0a25584e6d77972b" providerId="LiveId" clId="{9A3C3C37-A6E1-428F-8F58-D52E9F9B9DB6}" dt="2026-03-06T03:31:42.582" v="466" actId="208"/>
          <ac:picMkLst>
            <pc:docMk/>
            <pc:sldMk cId="2357471992" sldId="348"/>
            <ac:picMk id="11" creationId="{035BB2E2-D50F-B764-F396-CE4241371BE7}"/>
          </ac:picMkLst>
        </pc:picChg>
        <pc:picChg chg="add mod">
          <ac:chgData name="Hamsika Peddina" userId="0a25584e6d77972b" providerId="LiveId" clId="{9A3C3C37-A6E1-428F-8F58-D52E9F9B9DB6}" dt="2026-03-06T03:31:45.732" v="467" actId="208"/>
          <ac:picMkLst>
            <pc:docMk/>
            <pc:sldMk cId="2357471992" sldId="348"/>
            <ac:picMk id="13" creationId="{9C55876F-BCC3-1B8A-4A2C-EE6EEFEE2631}"/>
          </ac:picMkLst>
        </pc:picChg>
      </pc:sldChg>
      <pc:sldChg chg="delSp modSp new mod">
        <pc:chgData name="Hamsika Peddina" userId="0a25584e6d77972b" providerId="LiveId" clId="{9A3C3C37-A6E1-428F-8F58-D52E9F9B9DB6}" dt="2026-03-09T09:00:44.988" v="576" actId="27636"/>
        <pc:sldMkLst>
          <pc:docMk/>
          <pc:sldMk cId="1153204078" sldId="349"/>
        </pc:sldMkLst>
        <pc:spChg chg="mod">
          <ac:chgData name="Hamsika Peddina" userId="0a25584e6d77972b" providerId="LiveId" clId="{9A3C3C37-A6E1-428F-8F58-D52E9F9B9DB6}" dt="2026-03-09T09:00:44.988" v="576" actId="27636"/>
          <ac:spMkLst>
            <pc:docMk/>
            <pc:sldMk cId="1153204078" sldId="349"/>
            <ac:spMk id="3" creationId="{5161B986-5607-6DFF-D975-9648771A551A}"/>
          </ac:spMkLst>
        </pc:spChg>
        <pc:spChg chg="mod">
          <ac:chgData name="Hamsika Peddina" userId="0a25584e6d77972b" providerId="LiveId" clId="{9A3C3C37-A6E1-428F-8F58-D52E9F9B9DB6}" dt="2026-03-09T09:00:44.512" v="573"/>
          <ac:spMkLst>
            <pc:docMk/>
            <pc:sldMk cId="1153204078" sldId="349"/>
            <ac:spMk id="4" creationId="{5655D6D6-F1C0-2D43-8F44-B536946A3686}"/>
          </ac:spMkLst>
        </pc:spChg>
        <pc:spChg chg="mod">
          <ac:chgData name="Hamsika Peddina" userId="0a25584e6d77972b" providerId="LiveId" clId="{9A3C3C37-A6E1-428F-8F58-D52E9F9B9DB6}" dt="2026-03-09T09:00:44.512" v="573"/>
          <ac:spMkLst>
            <pc:docMk/>
            <pc:sldMk cId="1153204078" sldId="349"/>
            <ac:spMk id="5" creationId="{59B41516-A6AC-FBEE-8121-B864F66E938E}"/>
          </ac:spMkLst>
        </pc:spChg>
        <pc:spChg chg="mod">
          <ac:chgData name="Hamsika Peddina" userId="0a25584e6d77972b" providerId="LiveId" clId="{9A3C3C37-A6E1-428F-8F58-D52E9F9B9DB6}" dt="2026-03-09T09:00:44.512" v="573"/>
          <ac:spMkLst>
            <pc:docMk/>
            <pc:sldMk cId="1153204078" sldId="349"/>
            <ac:spMk id="6" creationId="{1EA14305-E911-9BE1-B500-1A3671413326}"/>
          </ac:spMkLst>
        </pc:spChg>
      </pc:sldChg>
      <pc:sldChg chg="addSp delSp modSp new mod">
        <pc:chgData name="Hamsika Peddina" userId="0a25584e6d77972b" providerId="LiveId" clId="{9A3C3C37-A6E1-428F-8F58-D52E9F9B9DB6}" dt="2026-03-09T09:05:15.720" v="599" actId="1076"/>
        <pc:sldMkLst>
          <pc:docMk/>
          <pc:sldMk cId="3085439708" sldId="350"/>
        </pc:sldMkLst>
        <pc:spChg chg="mod">
          <ac:chgData name="Hamsika Peddina" userId="0a25584e6d77972b" providerId="LiveId" clId="{9A3C3C37-A6E1-428F-8F58-D52E9F9B9DB6}" dt="2026-03-09T09:00:44.512" v="573"/>
          <ac:spMkLst>
            <pc:docMk/>
            <pc:sldMk cId="3085439708" sldId="350"/>
            <ac:spMk id="3" creationId="{E0659FDD-226F-09A2-0B2E-03B764EB9B0D}"/>
          </ac:spMkLst>
        </pc:spChg>
        <pc:spChg chg="mod">
          <ac:chgData name="Hamsika Peddina" userId="0a25584e6d77972b" providerId="LiveId" clId="{9A3C3C37-A6E1-428F-8F58-D52E9F9B9DB6}" dt="2026-03-09T09:00:44.512" v="573"/>
          <ac:spMkLst>
            <pc:docMk/>
            <pc:sldMk cId="3085439708" sldId="350"/>
            <ac:spMk id="4" creationId="{3EC43688-91EB-FD2C-AACF-4136C8BDEA25}"/>
          </ac:spMkLst>
        </pc:spChg>
        <pc:spChg chg="mod">
          <ac:chgData name="Hamsika Peddina" userId="0a25584e6d77972b" providerId="LiveId" clId="{9A3C3C37-A6E1-428F-8F58-D52E9F9B9DB6}" dt="2026-03-09T09:00:44.512" v="573"/>
          <ac:spMkLst>
            <pc:docMk/>
            <pc:sldMk cId="3085439708" sldId="350"/>
            <ac:spMk id="5" creationId="{F7DA843D-7E60-3619-29BB-5C624B7B4CA3}"/>
          </ac:spMkLst>
        </pc:spChg>
        <pc:spChg chg="mod">
          <ac:chgData name="Hamsika Peddina" userId="0a25584e6d77972b" providerId="LiveId" clId="{9A3C3C37-A6E1-428F-8F58-D52E9F9B9DB6}" dt="2026-03-09T09:00:44.512" v="573"/>
          <ac:spMkLst>
            <pc:docMk/>
            <pc:sldMk cId="3085439708" sldId="350"/>
            <ac:spMk id="6" creationId="{435EC4CC-8539-CBCE-D3C2-CE3D460F5F69}"/>
          </ac:spMkLst>
        </pc:spChg>
        <pc:picChg chg="add mod">
          <ac:chgData name="Hamsika Peddina" userId="0a25584e6d77972b" providerId="LiveId" clId="{9A3C3C37-A6E1-428F-8F58-D52E9F9B9DB6}" dt="2026-03-09T09:05:15.720" v="599" actId="1076"/>
          <ac:picMkLst>
            <pc:docMk/>
            <pc:sldMk cId="3085439708" sldId="350"/>
            <ac:picMk id="8" creationId="{C8C9433E-DEBB-00BD-4AD7-B8F8D299242E}"/>
          </ac:picMkLst>
        </pc:picChg>
      </pc:sldChg>
      <pc:sldChg chg="addSp delSp modSp new mod ord">
        <pc:chgData name="Hamsika Peddina" userId="0a25584e6d77972b" providerId="LiveId" clId="{9A3C3C37-A6E1-428F-8F58-D52E9F9B9DB6}" dt="2026-03-09T09:05:27.011" v="602" actId="1076"/>
        <pc:sldMkLst>
          <pc:docMk/>
          <pc:sldMk cId="868728804" sldId="351"/>
        </pc:sldMkLst>
        <pc:spChg chg="mod">
          <ac:chgData name="Hamsika Peddina" userId="0a25584e6d77972b" providerId="LiveId" clId="{9A3C3C37-A6E1-428F-8F58-D52E9F9B9DB6}" dt="2026-03-09T09:00:44.512" v="573"/>
          <ac:spMkLst>
            <pc:docMk/>
            <pc:sldMk cId="868728804" sldId="351"/>
            <ac:spMk id="3" creationId="{6E1BCEDB-C1E4-4CF5-09E6-9AB6FA4B3CB0}"/>
          </ac:spMkLst>
        </pc:spChg>
        <pc:spChg chg="mod">
          <ac:chgData name="Hamsika Peddina" userId="0a25584e6d77972b" providerId="LiveId" clId="{9A3C3C37-A6E1-428F-8F58-D52E9F9B9DB6}" dt="2026-03-09T09:00:44.512" v="573"/>
          <ac:spMkLst>
            <pc:docMk/>
            <pc:sldMk cId="868728804" sldId="351"/>
            <ac:spMk id="4" creationId="{FE0A7DF8-756B-EC22-B7CD-BF3601BF9B44}"/>
          </ac:spMkLst>
        </pc:spChg>
        <pc:spChg chg="mod">
          <ac:chgData name="Hamsika Peddina" userId="0a25584e6d77972b" providerId="LiveId" clId="{9A3C3C37-A6E1-428F-8F58-D52E9F9B9DB6}" dt="2026-03-09T09:00:44.512" v="573"/>
          <ac:spMkLst>
            <pc:docMk/>
            <pc:sldMk cId="868728804" sldId="351"/>
            <ac:spMk id="5" creationId="{57832531-6E49-A413-03D8-51C4D06D398D}"/>
          </ac:spMkLst>
        </pc:spChg>
        <pc:spChg chg="mod">
          <ac:chgData name="Hamsika Peddina" userId="0a25584e6d77972b" providerId="LiveId" clId="{9A3C3C37-A6E1-428F-8F58-D52E9F9B9DB6}" dt="2026-03-09T09:00:44.512" v="573"/>
          <ac:spMkLst>
            <pc:docMk/>
            <pc:sldMk cId="868728804" sldId="351"/>
            <ac:spMk id="6" creationId="{ABD94BB2-3217-CE71-F7F0-318389BA36E1}"/>
          </ac:spMkLst>
        </pc:spChg>
        <pc:picChg chg="add mod">
          <ac:chgData name="Hamsika Peddina" userId="0a25584e6d77972b" providerId="LiveId" clId="{9A3C3C37-A6E1-428F-8F58-D52E9F9B9DB6}" dt="2026-03-09T09:05:27.011" v="602" actId="1076"/>
          <ac:picMkLst>
            <pc:docMk/>
            <pc:sldMk cId="868728804" sldId="351"/>
            <ac:picMk id="8" creationId="{F1DF52C5-189B-A3AA-1F28-63409BDFC27D}"/>
          </ac:picMkLst>
        </pc:picChg>
      </pc:sldChg>
      <pc:sldChg chg="addSp delSp modSp new mod">
        <pc:chgData name="Hamsika Peddina" userId="0a25584e6d77972b" providerId="LiveId" clId="{9A3C3C37-A6E1-428F-8F58-D52E9F9B9DB6}" dt="2026-03-09T09:05:37.494" v="604" actId="1076"/>
        <pc:sldMkLst>
          <pc:docMk/>
          <pc:sldMk cId="4022181014" sldId="352"/>
        </pc:sldMkLst>
        <pc:spChg chg="mod">
          <ac:chgData name="Hamsika Peddina" userId="0a25584e6d77972b" providerId="LiveId" clId="{9A3C3C37-A6E1-428F-8F58-D52E9F9B9DB6}" dt="2026-03-09T09:00:44.512" v="573"/>
          <ac:spMkLst>
            <pc:docMk/>
            <pc:sldMk cId="4022181014" sldId="352"/>
            <ac:spMk id="3" creationId="{EB21DE00-6D7B-D287-C7CA-C26C7A0F178F}"/>
          </ac:spMkLst>
        </pc:spChg>
        <pc:spChg chg="mod">
          <ac:chgData name="Hamsika Peddina" userId="0a25584e6d77972b" providerId="LiveId" clId="{9A3C3C37-A6E1-428F-8F58-D52E9F9B9DB6}" dt="2026-03-09T09:00:44.512" v="573"/>
          <ac:spMkLst>
            <pc:docMk/>
            <pc:sldMk cId="4022181014" sldId="352"/>
            <ac:spMk id="4" creationId="{4A37C3C5-AD1E-CBC7-AA6B-58F1A52F6545}"/>
          </ac:spMkLst>
        </pc:spChg>
        <pc:spChg chg="mod">
          <ac:chgData name="Hamsika Peddina" userId="0a25584e6d77972b" providerId="LiveId" clId="{9A3C3C37-A6E1-428F-8F58-D52E9F9B9DB6}" dt="2026-03-09T09:00:44.512" v="573"/>
          <ac:spMkLst>
            <pc:docMk/>
            <pc:sldMk cId="4022181014" sldId="352"/>
            <ac:spMk id="5" creationId="{75A0A4C2-D37A-62A9-434B-C4E36823FE20}"/>
          </ac:spMkLst>
        </pc:spChg>
        <pc:spChg chg="mod">
          <ac:chgData name="Hamsika Peddina" userId="0a25584e6d77972b" providerId="LiveId" clId="{9A3C3C37-A6E1-428F-8F58-D52E9F9B9DB6}" dt="2026-03-09T09:00:44.512" v="573"/>
          <ac:spMkLst>
            <pc:docMk/>
            <pc:sldMk cId="4022181014" sldId="352"/>
            <ac:spMk id="6" creationId="{A1710A6D-60DA-E2D2-8BD9-E2F366A430EE}"/>
          </ac:spMkLst>
        </pc:spChg>
        <pc:picChg chg="add mod">
          <ac:chgData name="Hamsika Peddina" userId="0a25584e6d77972b" providerId="LiveId" clId="{9A3C3C37-A6E1-428F-8F58-D52E9F9B9DB6}" dt="2026-03-09T09:05:37.494" v="604" actId="1076"/>
          <ac:picMkLst>
            <pc:docMk/>
            <pc:sldMk cId="4022181014" sldId="352"/>
            <ac:picMk id="8" creationId="{05F384F0-2854-ED0F-5A43-8C511433D8CD}"/>
          </ac:picMkLst>
        </pc:picChg>
      </pc:sldChg>
      <pc:sldChg chg="addSp delSp modSp new mod">
        <pc:chgData name="Hamsika Peddina" userId="0a25584e6d77972b" providerId="LiveId" clId="{9A3C3C37-A6E1-428F-8F58-D52E9F9B9DB6}" dt="2026-03-09T09:06:15.438" v="615" actId="1076"/>
        <pc:sldMkLst>
          <pc:docMk/>
          <pc:sldMk cId="3427455862" sldId="353"/>
        </pc:sldMkLst>
        <pc:spChg chg="mod">
          <ac:chgData name="Hamsika Peddina" userId="0a25584e6d77972b" providerId="LiveId" clId="{9A3C3C37-A6E1-428F-8F58-D52E9F9B9DB6}" dt="2026-03-09T09:00:44.512" v="573"/>
          <ac:spMkLst>
            <pc:docMk/>
            <pc:sldMk cId="3427455862" sldId="353"/>
            <ac:spMk id="3" creationId="{EA357B6A-F7AE-E2E6-C863-211AF2CA6D44}"/>
          </ac:spMkLst>
        </pc:spChg>
        <pc:spChg chg="mod">
          <ac:chgData name="Hamsika Peddina" userId="0a25584e6d77972b" providerId="LiveId" clId="{9A3C3C37-A6E1-428F-8F58-D52E9F9B9DB6}" dt="2026-03-09T09:00:44.512" v="573"/>
          <ac:spMkLst>
            <pc:docMk/>
            <pc:sldMk cId="3427455862" sldId="353"/>
            <ac:spMk id="4" creationId="{5A094010-D4BE-8EF3-A7C1-D0C1BE46A846}"/>
          </ac:spMkLst>
        </pc:spChg>
        <pc:spChg chg="mod">
          <ac:chgData name="Hamsika Peddina" userId="0a25584e6d77972b" providerId="LiveId" clId="{9A3C3C37-A6E1-428F-8F58-D52E9F9B9DB6}" dt="2026-03-09T09:00:44.512" v="573"/>
          <ac:spMkLst>
            <pc:docMk/>
            <pc:sldMk cId="3427455862" sldId="353"/>
            <ac:spMk id="5" creationId="{7ED543A6-017F-93F1-291C-6F7714589965}"/>
          </ac:spMkLst>
        </pc:spChg>
        <pc:spChg chg="mod">
          <ac:chgData name="Hamsika Peddina" userId="0a25584e6d77972b" providerId="LiveId" clId="{9A3C3C37-A6E1-428F-8F58-D52E9F9B9DB6}" dt="2026-03-09T09:00:44.512" v="573"/>
          <ac:spMkLst>
            <pc:docMk/>
            <pc:sldMk cId="3427455862" sldId="353"/>
            <ac:spMk id="6" creationId="{8A6ECD2C-B26D-430E-9DEB-B63B98CDCDAF}"/>
          </ac:spMkLst>
        </pc:spChg>
        <pc:picChg chg="add mod">
          <ac:chgData name="Hamsika Peddina" userId="0a25584e6d77972b" providerId="LiveId" clId="{9A3C3C37-A6E1-428F-8F58-D52E9F9B9DB6}" dt="2026-03-09T09:06:15.438" v="615" actId="1076"/>
          <ac:picMkLst>
            <pc:docMk/>
            <pc:sldMk cId="3427455862" sldId="353"/>
            <ac:picMk id="8" creationId="{035CB559-A50A-C49E-2354-BC170C56ED85}"/>
          </ac:picMkLst>
        </pc:picChg>
      </pc:sldChg>
      <pc:sldChg chg="addSp delSp modSp new mod">
        <pc:chgData name="Hamsika Peddina" userId="0a25584e6d77972b" providerId="LiveId" clId="{9A3C3C37-A6E1-428F-8F58-D52E9F9B9DB6}" dt="2026-03-09T09:06:07.810" v="613" actId="1076"/>
        <pc:sldMkLst>
          <pc:docMk/>
          <pc:sldMk cId="1313336682" sldId="354"/>
        </pc:sldMkLst>
        <pc:spChg chg="mod">
          <ac:chgData name="Hamsika Peddina" userId="0a25584e6d77972b" providerId="LiveId" clId="{9A3C3C37-A6E1-428F-8F58-D52E9F9B9DB6}" dt="2026-03-09T09:00:44.512" v="573"/>
          <ac:spMkLst>
            <pc:docMk/>
            <pc:sldMk cId="1313336682" sldId="354"/>
            <ac:spMk id="4" creationId="{8D43C4A9-30DC-6E5E-B42B-B74DF80B5A75}"/>
          </ac:spMkLst>
        </pc:spChg>
        <pc:spChg chg="mod">
          <ac:chgData name="Hamsika Peddina" userId="0a25584e6d77972b" providerId="LiveId" clId="{9A3C3C37-A6E1-428F-8F58-D52E9F9B9DB6}" dt="2026-03-09T09:00:44.512" v="573"/>
          <ac:spMkLst>
            <pc:docMk/>
            <pc:sldMk cId="1313336682" sldId="354"/>
            <ac:spMk id="5" creationId="{DBC9F1CC-A7BB-7714-DF91-C6E941EC45AC}"/>
          </ac:spMkLst>
        </pc:spChg>
        <pc:spChg chg="mod">
          <ac:chgData name="Hamsika Peddina" userId="0a25584e6d77972b" providerId="LiveId" clId="{9A3C3C37-A6E1-428F-8F58-D52E9F9B9DB6}" dt="2026-03-09T09:00:44.512" v="573"/>
          <ac:spMkLst>
            <pc:docMk/>
            <pc:sldMk cId="1313336682" sldId="354"/>
            <ac:spMk id="6" creationId="{434D91D7-66C7-7285-0E23-67228178B53E}"/>
          </ac:spMkLst>
        </pc:spChg>
        <pc:picChg chg="add mod">
          <ac:chgData name="Hamsika Peddina" userId="0a25584e6d77972b" providerId="LiveId" clId="{9A3C3C37-A6E1-428F-8F58-D52E9F9B9DB6}" dt="2026-03-09T09:06:07.810" v="613" actId="1076"/>
          <ac:picMkLst>
            <pc:docMk/>
            <pc:sldMk cId="1313336682" sldId="354"/>
            <ac:picMk id="8" creationId="{5E3FEBFB-27F1-9CB8-5EE4-112C9544E0D5}"/>
          </ac:picMkLst>
        </pc:picChg>
      </pc:sldChg>
      <pc:sldChg chg="addSp delSp modSp new mod">
        <pc:chgData name="Hamsika Peddina" userId="0a25584e6d77972b" providerId="LiveId" clId="{9A3C3C37-A6E1-428F-8F58-D52E9F9B9DB6}" dt="2026-03-09T09:05:52.117" v="608" actId="1076"/>
        <pc:sldMkLst>
          <pc:docMk/>
          <pc:sldMk cId="2961033414" sldId="355"/>
        </pc:sldMkLst>
        <pc:spChg chg="mod">
          <ac:chgData name="Hamsika Peddina" userId="0a25584e6d77972b" providerId="LiveId" clId="{9A3C3C37-A6E1-428F-8F58-D52E9F9B9DB6}" dt="2026-03-09T09:00:44.512" v="573"/>
          <ac:spMkLst>
            <pc:docMk/>
            <pc:sldMk cId="2961033414" sldId="355"/>
            <ac:spMk id="4" creationId="{A27D6F7B-5FC4-D5A9-6F86-BB2DC4FF6B29}"/>
          </ac:spMkLst>
        </pc:spChg>
        <pc:spChg chg="mod">
          <ac:chgData name="Hamsika Peddina" userId="0a25584e6d77972b" providerId="LiveId" clId="{9A3C3C37-A6E1-428F-8F58-D52E9F9B9DB6}" dt="2026-03-09T09:00:44.512" v="573"/>
          <ac:spMkLst>
            <pc:docMk/>
            <pc:sldMk cId="2961033414" sldId="355"/>
            <ac:spMk id="5" creationId="{C02308EA-82B1-538C-166A-40D8A76EC826}"/>
          </ac:spMkLst>
        </pc:spChg>
        <pc:spChg chg="mod">
          <ac:chgData name="Hamsika Peddina" userId="0a25584e6d77972b" providerId="LiveId" clId="{9A3C3C37-A6E1-428F-8F58-D52E9F9B9DB6}" dt="2026-03-09T09:00:44.512" v="573"/>
          <ac:spMkLst>
            <pc:docMk/>
            <pc:sldMk cId="2961033414" sldId="355"/>
            <ac:spMk id="6" creationId="{91BA9F6E-50E8-F98A-B08C-5606D49F9693}"/>
          </ac:spMkLst>
        </pc:spChg>
        <pc:picChg chg="add mod">
          <ac:chgData name="Hamsika Peddina" userId="0a25584e6d77972b" providerId="LiveId" clId="{9A3C3C37-A6E1-428F-8F58-D52E9F9B9DB6}" dt="2026-03-09T09:05:52.117" v="608" actId="1076"/>
          <ac:picMkLst>
            <pc:docMk/>
            <pc:sldMk cId="2961033414" sldId="355"/>
            <ac:picMk id="8" creationId="{80AEFB68-A871-8B99-5C46-653D34390445}"/>
          </ac:picMkLst>
        </pc:picChg>
      </pc:sldChg>
      <pc:sldChg chg="addSp delSp modSp new mod">
        <pc:chgData name="Hamsika Peddina" userId="0a25584e6d77972b" providerId="LiveId" clId="{9A3C3C37-A6E1-428F-8F58-D52E9F9B9DB6}" dt="2026-03-09T09:06:27.835" v="619" actId="1076"/>
        <pc:sldMkLst>
          <pc:docMk/>
          <pc:sldMk cId="1724211372" sldId="356"/>
        </pc:sldMkLst>
        <pc:spChg chg="mod">
          <ac:chgData name="Hamsika Peddina" userId="0a25584e6d77972b" providerId="LiveId" clId="{9A3C3C37-A6E1-428F-8F58-D52E9F9B9DB6}" dt="2026-03-09T09:00:44.512" v="573"/>
          <ac:spMkLst>
            <pc:docMk/>
            <pc:sldMk cId="1724211372" sldId="356"/>
            <ac:spMk id="4" creationId="{FB268642-57FC-054C-9AEE-B949328FD6A3}"/>
          </ac:spMkLst>
        </pc:spChg>
        <pc:spChg chg="mod">
          <ac:chgData name="Hamsika Peddina" userId="0a25584e6d77972b" providerId="LiveId" clId="{9A3C3C37-A6E1-428F-8F58-D52E9F9B9DB6}" dt="2026-03-09T09:00:44.512" v="573"/>
          <ac:spMkLst>
            <pc:docMk/>
            <pc:sldMk cId="1724211372" sldId="356"/>
            <ac:spMk id="5" creationId="{BB48EC67-C98B-431B-F633-095BF05924AC}"/>
          </ac:spMkLst>
        </pc:spChg>
        <pc:spChg chg="mod">
          <ac:chgData name="Hamsika Peddina" userId="0a25584e6d77972b" providerId="LiveId" clId="{9A3C3C37-A6E1-428F-8F58-D52E9F9B9DB6}" dt="2026-03-09T09:00:44.512" v="573"/>
          <ac:spMkLst>
            <pc:docMk/>
            <pc:sldMk cId="1724211372" sldId="356"/>
            <ac:spMk id="6" creationId="{93898F9A-90F4-B3A6-3671-87810C8FAAD1}"/>
          </ac:spMkLst>
        </pc:spChg>
        <pc:picChg chg="add mod">
          <ac:chgData name="Hamsika Peddina" userId="0a25584e6d77972b" providerId="LiveId" clId="{9A3C3C37-A6E1-428F-8F58-D52E9F9B9DB6}" dt="2026-03-09T09:06:27.835" v="619" actId="1076"/>
          <ac:picMkLst>
            <pc:docMk/>
            <pc:sldMk cId="1724211372" sldId="356"/>
            <ac:picMk id="8" creationId="{D99F14D5-881E-6FD2-E05A-A1DA53617752}"/>
          </ac:picMkLst>
        </pc:picChg>
      </pc:sldChg>
      <pc:sldChg chg="addSp delSp modSp new mod">
        <pc:chgData name="Hamsika Peddina" userId="0a25584e6d77972b" providerId="LiveId" clId="{9A3C3C37-A6E1-428F-8F58-D52E9F9B9DB6}" dt="2026-03-09T09:00:44.512" v="573"/>
        <pc:sldMkLst>
          <pc:docMk/>
          <pc:sldMk cId="3422244516" sldId="357"/>
        </pc:sldMkLst>
        <pc:spChg chg="mod">
          <ac:chgData name="Hamsika Peddina" userId="0a25584e6d77972b" providerId="LiveId" clId="{9A3C3C37-A6E1-428F-8F58-D52E9F9B9DB6}" dt="2026-03-09T09:00:44.512" v="573"/>
          <ac:spMkLst>
            <pc:docMk/>
            <pc:sldMk cId="3422244516" sldId="357"/>
            <ac:spMk id="4" creationId="{F35F73E2-2DE5-E325-E232-58F392065590}"/>
          </ac:spMkLst>
        </pc:spChg>
        <pc:spChg chg="mod">
          <ac:chgData name="Hamsika Peddina" userId="0a25584e6d77972b" providerId="LiveId" clId="{9A3C3C37-A6E1-428F-8F58-D52E9F9B9DB6}" dt="2026-03-09T09:00:44.512" v="573"/>
          <ac:spMkLst>
            <pc:docMk/>
            <pc:sldMk cId="3422244516" sldId="357"/>
            <ac:spMk id="5" creationId="{ACD62042-258C-4630-C8C8-6EFD6701B360}"/>
          </ac:spMkLst>
        </pc:spChg>
        <pc:spChg chg="mod">
          <ac:chgData name="Hamsika Peddina" userId="0a25584e6d77972b" providerId="LiveId" clId="{9A3C3C37-A6E1-428F-8F58-D52E9F9B9DB6}" dt="2026-03-09T09:00:44.512" v="573"/>
          <ac:spMkLst>
            <pc:docMk/>
            <pc:sldMk cId="3422244516" sldId="357"/>
            <ac:spMk id="6" creationId="{2AF70C6E-4974-892C-F70F-25F4FA728601}"/>
          </ac:spMkLst>
        </pc:spChg>
        <pc:picChg chg="add mod">
          <ac:chgData name="Hamsika Peddina" userId="0a25584e6d77972b" providerId="LiveId" clId="{9A3C3C37-A6E1-428F-8F58-D52E9F9B9DB6}" dt="2026-03-06T08:12:45.386" v="482" actId="1076"/>
          <ac:picMkLst>
            <pc:docMk/>
            <pc:sldMk cId="3422244516" sldId="357"/>
            <ac:picMk id="7" creationId="{9E2C0C90-F976-F58D-CAFD-3B9F04880225}"/>
          </ac:picMkLst>
        </pc:picChg>
      </pc:sldChg>
      <pc:sldChg chg="addSp delSp modSp new mod">
        <pc:chgData name="Hamsika Peddina" userId="0a25584e6d77972b" providerId="LiveId" clId="{9A3C3C37-A6E1-428F-8F58-D52E9F9B9DB6}" dt="2026-03-09T09:00:44.512" v="573"/>
        <pc:sldMkLst>
          <pc:docMk/>
          <pc:sldMk cId="2446447283" sldId="358"/>
        </pc:sldMkLst>
        <pc:spChg chg="mod">
          <ac:chgData name="Hamsika Peddina" userId="0a25584e6d77972b" providerId="LiveId" clId="{9A3C3C37-A6E1-428F-8F58-D52E9F9B9DB6}" dt="2026-03-09T09:00:44.512" v="573"/>
          <ac:spMkLst>
            <pc:docMk/>
            <pc:sldMk cId="2446447283" sldId="358"/>
            <ac:spMk id="4" creationId="{8E40250D-80F6-A8CB-F1DA-75A2532355DE}"/>
          </ac:spMkLst>
        </pc:spChg>
        <pc:spChg chg="mod">
          <ac:chgData name="Hamsika Peddina" userId="0a25584e6d77972b" providerId="LiveId" clId="{9A3C3C37-A6E1-428F-8F58-D52E9F9B9DB6}" dt="2026-03-09T09:00:44.512" v="573"/>
          <ac:spMkLst>
            <pc:docMk/>
            <pc:sldMk cId="2446447283" sldId="358"/>
            <ac:spMk id="5" creationId="{875A4C40-5AE4-2106-D895-1D014AAFD5E9}"/>
          </ac:spMkLst>
        </pc:spChg>
        <pc:spChg chg="mod">
          <ac:chgData name="Hamsika Peddina" userId="0a25584e6d77972b" providerId="LiveId" clId="{9A3C3C37-A6E1-428F-8F58-D52E9F9B9DB6}" dt="2026-03-09T09:00:44.512" v="573"/>
          <ac:spMkLst>
            <pc:docMk/>
            <pc:sldMk cId="2446447283" sldId="358"/>
            <ac:spMk id="6" creationId="{7A3388D0-92E2-5F34-21E2-CC8587D83BFE}"/>
          </ac:spMkLst>
        </pc:spChg>
        <pc:picChg chg="add mod">
          <ac:chgData name="Hamsika Peddina" userId="0a25584e6d77972b" providerId="LiveId" clId="{9A3C3C37-A6E1-428F-8F58-D52E9F9B9DB6}" dt="2026-03-06T08:13:03.801" v="487" actId="1076"/>
          <ac:picMkLst>
            <pc:docMk/>
            <pc:sldMk cId="2446447283" sldId="358"/>
            <ac:picMk id="7" creationId="{D4A8D912-DCB7-9A40-BBDF-68C685E3ED15}"/>
          </ac:picMkLst>
        </pc:picChg>
      </pc:sldChg>
      <pc:sldChg chg="addSp delSp modSp new mod">
        <pc:chgData name="Hamsika Peddina" userId="0a25584e6d77972b" providerId="LiveId" clId="{9A3C3C37-A6E1-428F-8F58-D52E9F9B9DB6}" dt="2026-03-09T09:00:44.512" v="573"/>
        <pc:sldMkLst>
          <pc:docMk/>
          <pc:sldMk cId="1348310450" sldId="359"/>
        </pc:sldMkLst>
        <pc:spChg chg="del mod">
          <ac:chgData name="Hamsika Peddina" userId="0a25584e6d77972b" providerId="LiveId" clId="{9A3C3C37-A6E1-428F-8F58-D52E9F9B9DB6}" dt="2026-03-09T08:55:52.461" v="538" actId="478"/>
          <ac:spMkLst>
            <pc:docMk/>
            <pc:sldMk cId="1348310450" sldId="359"/>
            <ac:spMk id="2" creationId="{20A58BD0-A24A-36BC-A846-A19FC3849CAA}"/>
          </ac:spMkLst>
        </pc:spChg>
        <pc:spChg chg="del">
          <ac:chgData name="Hamsika Peddina" userId="0a25584e6d77972b" providerId="LiveId" clId="{9A3C3C37-A6E1-428F-8F58-D52E9F9B9DB6}" dt="2026-03-09T08:55:47.813" v="535" actId="478"/>
          <ac:spMkLst>
            <pc:docMk/>
            <pc:sldMk cId="1348310450" sldId="359"/>
            <ac:spMk id="3" creationId="{13F1C360-7DBD-5DAC-D2BC-F38786092149}"/>
          </ac:spMkLst>
        </pc:spChg>
        <pc:spChg chg="mod">
          <ac:chgData name="Hamsika Peddina" userId="0a25584e6d77972b" providerId="LiveId" clId="{9A3C3C37-A6E1-428F-8F58-D52E9F9B9DB6}" dt="2026-03-09T09:00:44.512" v="573"/>
          <ac:spMkLst>
            <pc:docMk/>
            <pc:sldMk cId="1348310450" sldId="359"/>
            <ac:spMk id="4" creationId="{1D247E44-ED4A-DE0D-D6F7-0CD8B8FB17B0}"/>
          </ac:spMkLst>
        </pc:spChg>
        <pc:spChg chg="mod">
          <ac:chgData name="Hamsika Peddina" userId="0a25584e6d77972b" providerId="LiveId" clId="{9A3C3C37-A6E1-428F-8F58-D52E9F9B9DB6}" dt="2026-03-09T09:00:44.512" v="573"/>
          <ac:spMkLst>
            <pc:docMk/>
            <pc:sldMk cId="1348310450" sldId="359"/>
            <ac:spMk id="5" creationId="{6EB270C4-CC3A-CBE0-2D90-59C6BC94E7D5}"/>
          </ac:spMkLst>
        </pc:spChg>
        <pc:spChg chg="mod">
          <ac:chgData name="Hamsika Peddina" userId="0a25584e6d77972b" providerId="LiveId" clId="{9A3C3C37-A6E1-428F-8F58-D52E9F9B9DB6}" dt="2026-03-09T09:00:44.512" v="573"/>
          <ac:spMkLst>
            <pc:docMk/>
            <pc:sldMk cId="1348310450" sldId="359"/>
            <ac:spMk id="6" creationId="{9CBCEE8E-9010-8534-4780-9FD88359E057}"/>
          </ac:spMkLst>
        </pc:spChg>
        <pc:picChg chg="add mod">
          <ac:chgData name="Hamsika Peddina" userId="0a25584e6d77972b" providerId="LiveId" clId="{9A3C3C37-A6E1-428F-8F58-D52E9F9B9DB6}" dt="2026-03-09T08:56:09.594" v="545" actId="1076"/>
          <ac:picMkLst>
            <pc:docMk/>
            <pc:sldMk cId="1348310450" sldId="359"/>
            <ac:picMk id="8" creationId="{7A99EBAD-50CC-DBD5-47B2-1CB8FE05B1F2}"/>
          </ac:picMkLst>
        </pc:picChg>
      </pc:sldChg>
      <pc:sldMasterChg chg="modSldLayout">
        <pc:chgData name="Hamsika Peddina" userId="0a25584e6d77972b" providerId="LiveId" clId="{9A3C3C37-A6E1-428F-8F58-D52E9F9B9DB6}" dt="2026-03-09T09:00:11.259" v="567"/>
        <pc:sldMasterMkLst>
          <pc:docMk/>
          <pc:sldMasterMk cId="3545463916" sldId="2147483666"/>
        </pc:sldMasterMkLst>
        <pc:sldLayoutChg chg="addSp">
          <pc:chgData name="Hamsika Peddina" userId="0a25584e6d77972b" providerId="LiveId" clId="{9A3C3C37-A6E1-428F-8F58-D52E9F9B9DB6}" dt="2026-03-09T09:00:11.259" v="567"/>
          <pc:sldLayoutMkLst>
            <pc:docMk/>
            <pc:sldMasterMk cId="3545463916" sldId="2147483666"/>
            <pc:sldLayoutMk cId="3308323322" sldId="2147483668"/>
          </pc:sldLayoutMkLst>
          <pc:spChg chg="add">
            <ac:chgData name="Hamsika Peddina" userId="0a25584e6d77972b" providerId="LiveId" clId="{9A3C3C37-A6E1-428F-8F58-D52E9F9B9DB6}" dt="2026-03-09T09:00:11.259" v="567"/>
            <ac:spMkLst>
              <pc:docMk/>
              <pc:sldMasterMk cId="3545463916" sldId="2147483666"/>
              <pc:sldLayoutMk cId="3308323322" sldId="2147483668"/>
              <ac:spMk id="8" creationId="{64A91266-31A2-FE61-37D3-D0E5A3C95663}"/>
            </ac:spMkLst>
          </pc:spChg>
        </pc:sldLayoutChg>
      </pc:sldMasterChg>
      <pc:sldMasterChg chg="modSldLayout">
        <pc:chgData name="Hamsika Peddina" userId="0a25584e6d77972b" providerId="LiveId" clId="{9A3C3C37-A6E1-428F-8F58-D52E9F9B9DB6}" dt="2026-03-09T09:00:44.512" v="573"/>
        <pc:sldMasterMkLst>
          <pc:docMk/>
          <pc:sldMasterMk cId="2612760860" sldId="2147483684"/>
        </pc:sldMasterMkLst>
        <pc:sldLayoutChg chg="addSp">
          <pc:chgData name="Hamsika Peddina" userId="0a25584e6d77972b" providerId="LiveId" clId="{9A3C3C37-A6E1-428F-8F58-D52E9F9B9DB6}" dt="2026-03-09T09:00:44.512" v="573"/>
          <pc:sldLayoutMkLst>
            <pc:docMk/>
            <pc:sldMasterMk cId="2612760860" sldId="2147483684"/>
            <pc:sldLayoutMk cId="393419353" sldId="2147483686"/>
          </pc:sldLayoutMkLst>
          <pc:spChg chg="add">
            <ac:chgData name="Hamsika Peddina" userId="0a25584e6d77972b" providerId="LiveId" clId="{9A3C3C37-A6E1-428F-8F58-D52E9F9B9DB6}" dt="2026-03-09T09:00:44.512" v="573"/>
            <ac:spMkLst>
              <pc:docMk/>
              <pc:sldMasterMk cId="2612760860" sldId="2147483684"/>
              <pc:sldLayoutMk cId="393419353" sldId="2147483686"/>
              <ac:spMk id="4" creationId="{83D1FDE6-683E-F563-513C-8802B8C9D4D4}"/>
            </ac:spMkLst>
          </pc:spChg>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BF734CB-DFAB-944A-8037-9643745D8F20}" type="datetime1">
              <a:rPr lang="en-IN" smtClean="0"/>
              <a:t>09-03-2026</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r>
              <a:rPr lang="en-US"/>
              <a:t>0th REVIEW         173030211           Department of CSE</a:t>
            </a:r>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182000358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5272DB-0103-AF4C-A22D-07421EC406AD}" type="datetime1">
              <a:rPr lang="en-IN" smtClean="0"/>
              <a:t>09-03-2026</a:t>
            </a:fld>
            <a:endParaRPr lang="en-US"/>
          </a:p>
        </p:txBody>
      </p:sp>
      <p:sp>
        <p:nvSpPr>
          <p:cNvPr id="8" name="Footer Placeholder 7"/>
          <p:cNvSpPr>
            <a:spLocks noGrp="1"/>
          </p:cNvSpPr>
          <p:nvPr>
            <p:ph type="ftr" sz="quarter" idx="11"/>
          </p:nvPr>
        </p:nvSpPr>
        <p:spPr/>
        <p:txBody>
          <a:bodyPr/>
          <a:lstStyle/>
          <a:p>
            <a:r>
              <a:rPr lang="en-US"/>
              <a:t>0th REVIEW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
        <p:nvSpPr>
          <p:cNvPr id="4" name="Rectangle 3">
            <a:extLst>
              <a:ext uri="{FF2B5EF4-FFF2-40B4-BE49-F238E27FC236}">
                <a16:creationId xmlns:a16="http://schemas.microsoft.com/office/drawing/2014/main" id="{83D1FDE6-683E-F563-513C-8802B8C9D4D4}"/>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19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918335F-2E5B-B14E-9706-E237C81E4155}" type="datetime1">
              <a:rPr lang="en-IN" smtClean="0"/>
              <a:t>09-03-2026</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r>
              <a:rPr lang="en-US"/>
              <a:t>0th REVIEW         173030211           Department of CSE</a:t>
            </a:r>
          </a:p>
        </p:txBody>
      </p:sp>
      <p:sp>
        <p:nvSpPr>
          <p:cNvPr id="6" name="Slide Number Placeholder 5"/>
          <p:cNvSpPr>
            <a:spLocks noGrp="1"/>
          </p:cNvSpPr>
          <p:nvPr>
            <p:ph type="sldNum" sz="quarter" idx="12"/>
          </p:nvPr>
        </p:nvSpPr>
        <p:spPr>
          <a:xfrm>
            <a:off x="8604504" y="5211060"/>
            <a:ext cx="2112264" cy="228600"/>
          </a:xfrm>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13463349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p:cNvSpPr>
            <a:spLocks noGrp="1"/>
          </p:cNvSpPr>
          <p:nvPr>
            <p:ph type="ftr" sz="quarter" idx="11"/>
          </p:nvPr>
        </p:nvSpPr>
        <p:spPr/>
        <p:txBody>
          <a:bodyPr/>
          <a:lstStyle/>
          <a:p>
            <a:r>
              <a:rPr lang="en-US"/>
              <a:t>0th REVIEW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645708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p:cNvSpPr>
            <a:spLocks noGrp="1"/>
          </p:cNvSpPr>
          <p:nvPr>
            <p:ph type="ftr" sz="quarter" idx="11"/>
          </p:nvPr>
        </p:nvSpPr>
        <p:spPr/>
        <p:txBody>
          <a:bodyPr/>
          <a:lstStyle/>
          <a:p>
            <a:r>
              <a:rPr lang="en-US"/>
              <a:t>0th REVIEW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471036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p:cNvSpPr>
            <a:spLocks noGrp="1"/>
          </p:cNvSpPr>
          <p:nvPr>
            <p:ph type="ftr" sz="quarter" idx="11"/>
          </p:nvPr>
        </p:nvSpPr>
        <p:spPr/>
        <p:txBody>
          <a:bodyPr/>
          <a:lstStyle/>
          <a:p>
            <a:r>
              <a:rPr lang="en-US"/>
              <a:t>0th REVIEW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965119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p:cNvSpPr>
            <a:spLocks noGrp="1"/>
          </p:cNvSpPr>
          <p:nvPr>
            <p:ph type="ftr" sz="quarter" idx="11"/>
          </p:nvPr>
        </p:nvSpPr>
        <p:spPr/>
        <p:txBody>
          <a:bodyPr/>
          <a:lstStyle/>
          <a:p>
            <a:r>
              <a:rPr lang="en-US"/>
              <a:t>0th REVIEW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352546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61B69B7-E8EF-6346-9390-671C5B22ACF3}" type="datetime1">
              <a:rPr lang="en-IN" smtClean="0"/>
              <a:t>09-03-2026</a:t>
            </a:fld>
            <a:endParaRPr lang="en-US"/>
          </a:p>
        </p:txBody>
      </p:sp>
      <p:sp>
        <p:nvSpPr>
          <p:cNvPr id="9" name="Footer Placeholder 8"/>
          <p:cNvSpPr>
            <a:spLocks noGrp="1"/>
          </p:cNvSpPr>
          <p:nvPr>
            <p:ph type="ftr" sz="quarter" idx="11"/>
          </p:nvPr>
        </p:nvSpPr>
        <p:spPr/>
        <p:txBody>
          <a:bodyPr/>
          <a:lstStyle>
            <a:lvl1pPr algn="r">
              <a:defRPr/>
            </a:lvl1pPr>
          </a:lstStyle>
          <a:p>
            <a:r>
              <a:rPr lang="en-US"/>
              <a:t>0th REVIEW         173030211           Department of CSE</a:t>
            </a:r>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961B71F-4B40-8942-BB88-E0F5C0B46E10}"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429227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B920709D-BF3C-5743-B60D-B01C16014A7B}" type="datetime1">
              <a:rPr lang="en-IN" smtClean="0"/>
              <a:t>09-03-2026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r>
              <a:rPr lang="en-US"/>
              <a:t>0th REVIEW         173030211           Department of CSE</a:t>
            </a:r>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961B71F-4B40-8942-BB88-E0F5C0B46E10}"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3314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61351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991286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9F4C6E9-161C-B44B-AD70-8813DADCDED1}" type="datetime1">
              <a:rPr lang="en-IN" smtClean="0"/>
              <a:t>09-03-2026</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a:t>0th REVIEW         173030211           Department of CSE</a:t>
            </a:r>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6127608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51" r:id="rId12"/>
  </p:sldLayoutIdLst>
  <p:hf hdr="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800" dirty="0">
                <a:solidFill>
                  <a:srgbClr val="0070C0"/>
                </a:solidFill>
                <a:latin typeface="Times New Roman" panose="02020603050405020304" pitchFamily="18" charset="0"/>
                <a:cs typeface="Times New Roman" panose="02020603050405020304" pitchFamily="18" charset="0"/>
              </a:rPr>
              <a:t>Title: </a:t>
            </a:r>
            <a:r>
              <a:rPr lang="en-US" sz="2800" dirty="0">
                <a:latin typeface="Times New Roman" panose="02020603050405020304" pitchFamily="18" charset="0"/>
                <a:cs typeface="Times New Roman" panose="02020603050405020304" pitchFamily="18" charset="0"/>
              </a:rPr>
              <a:t>Personalized Fitness and Health Awareness Tracker</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latin typeface="Times New Roman" panose="02020603050405020304" pitchFamily="18" charset="0"/>
                <a:cs typeface="Times New Roman" panose="02020603050405020304" pitchFamily="18" charset="0"/>
              </a:rPr>
              <a:t>Student Name: Hamsika Peddina</a:t>
            </a:r>
          </a:p>
          <a:p>
            <a:pPr marL="0" indent="0" algn="ctr">
              <a:buNone/>
            </a:pPr>
            <a:r>
              <a:rPr lang="en-US" sz="9600" dirty="0">
                <a:latin typeface="Times New Roman" panose="02020603050405020304" pitchFamily="18" charset="0"/>
                <a:cs typeface="Times New Roman" panose="02020603050405020304" pitchFamily="18" charset="0"/>
              </a:rPr>
              <a:t>Student ID: 2520030586</a:t>
            </a:r>
            <a:endParaRPr lang="en-US" sz="2400" dirty="0">
              <a:latin typeface="Times New Roman" panose="02020603050405020304" pitchFamily="18" charset="0"/>
              <a:cs typeface="Times New Roman" panose="02020603050405020304" pitchFamily="18" charset="0"/>
            </a:endParaRPr>
          </a:p>
          <a:p>
            <a:pPr marL="0" indent="0" algn="ctr">
              <a:buNone/>
            </a:pPr>
            <a:r>
              <a:rPr lang="en-US" sz="11200" dirty="0">
                <a:latin typeface="Times New Roman" panose="02020603050405020304" pitchFamily="18" charset="0"/>
                <a:cs typeface="Times New Roman" panose="02020603050405020304" pitchFamily="18" charset="0"/>
              </a:rPr>
              <a:t>Cluster:2</a:t>
            </a:r>
          </a:p>
          <a:p>
            <a:pPr marL="0" indent="0" algn="ctr">
              <a:buNone/>
            </a:pPr>
            <a:r>
              <a:rPr lang="en-US" sz="11200" dirty="0">
                <a:latin typeface="Times New Roman" panose="02020603050405020304" pitchFamily="18" charset="0"/>
                <a:cs typeface="Times New Roman" panose="02020603050405020304" pitchFamily="18" charset="0"/>
              </a:rPr>
              <a:t>Section: 8</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r>
              <a:rPr lang="en-IN" dirty="0"/>
              <a:t>10-03-2026</a:t>
            </a: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230936"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494057" y="3108362"/>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latin typeface="Times New Roman" panose="02020603050405020304" pitchFamily="18" charset="0"/>
                <a:cs typeface="Times New Roman" panose="02020603050405020304" pitchFamily="18" charset="0"/>
              </a:rPr>
              <a:t>Under the Guidance </a:t>
            </a:r>
          </a:p>
          <a:p>
            <a:pPr marL="0" indent="0" algn="ctr">
              <a:buNone/>
            </a:pPr>
            <a:r>
              <a:rPr lang="en-US" sz="8600" dirty="0">
                <a:latin typeface="Times New Roman" panose="02020603050405020304" pitchFamily="18" charset="0"/>
                <a:cs typeface="Times New Roman" panose="02020603050405020304" pitchFamily="18" charset="0"/>
              </a:rPr>
              <a:t>of </a:t>
            </a:r>
            <a:endParaRPr lang="en-US" sz="86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Supervisor Name: Jayaram Boga</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Assistant Professor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Department of CSE</a:t>
            </a:r>
          </a:p>
          <a:p>
            <a:pPr marL="0" indent="0">
              <a:buFont typeface="Arial" panose="020B0604020202020204" pitchFamily="34" charset="0"/>
              <a:buNone/>
            </a:pPr>
            <a:endParaRPr lang="en-US" sz="24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7211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14935" y="1299019"/>
            <a:ext cx="10762130" cy="4600622"/>
          </a:xfrm>
        </p:spPr>
        <p:txBody>
          <a:bodyPr>
            <a:normAutofit fontScale="92500" lnSpcReduction="20000"/>
          </a:bodyPr>
          <a:lstStyle/>
          <a:p>
            <a:pPr algn="just">
              <a:spcAft>
                <a:spcPts val="75"/>
              </a:spcAft>
            </a:pPr>
            <a:r>
              <a:rPr lang="en-US" sz="2400" dirty="0">
                <a:latin typeface="Times New Roman" panose="02020603050405020304" pitchFamily="18" charset="0"/>
                <a:cs typeface="Times New Roman" panose="02020603050405020304" pitchFamily="18" charset="0"/>
              </a:rPr>
              <a:t>The Personalized Fitness and Health Awareness App is a web-based application designed to promote fitness and lifestyle awareness through personalized health insights. The system calculates the user’s Body Mass Index (BMI) and ideal body weight using inputs such as height, weight, age, and gender, and categorizes users into standard health groups.</a:t>
            </a:r>
          </a:p>
          <a:p>
            <a:pPr algn="just">
              <a:spcAft>
                <a:spcPts val="75"/>
              </a:spcAft>
            </a:pPr>
            <a:r>
              <a:rPr lang="en-US" sz="2400" dirty="0">
                <a:latin typeface="Times New Roman" panose="02020603050405020304" pitchFamily="18" charset="0"/>
                <a:cs typeface="Times New Roman" panose="02020603050405020304" pitchFamily="18" charset="0"/>
              </a:rPr>
              <a:t>A health summary dashboard visually presents BMI results, ideal weight range, and progress history, enabling users to clearly understand their current fitness status and track changes over time. In addition to health assessment, the application integrates mood and energy level inputs to provide personalized fitness suggestions, general diet plan recommendations, and a weekly activity planner.</a:t>
            </a:r>
          </a:p>
          <a:p>
            <a:pPr algn="just">
              <a:spcAft>
                <a:spcPts val="75"/>
              </a:spcAft>
            </a:pPr>
            <a:r>
              <a:rPr lang="en-US" sz="2400" dirty="0">
                <a:latin typeface="Times New Roman" panose="02020603050405020304" pitchFamily="18" charset="0"/>
                <a:cs typeface="Times New Roman" panose="02020603050405020304" pitchFamily="18" charset="0"/>
              </a:rPr>
              <a:t>Diet plans are offered as basic lifestyle guidance based on BMI category and user goals, ensuring the system remains informative rather than medical in nature. The application also includes goal setting, lifestyle tips, and motivational messages to enhance user engagement.</a:t>
            </a:r>
          </a:p>
          <a:p>
            <a:pPr algn="just">
              <a:spcAft>
                <a:spcPts val="75"/>
              </a:spcAft>
            </a:pPr>
            <a:r>
              <a:rPr lang="en-US" sz="2400" dirty="0">
                <a:latin typeface="Times New Roman" panose="02020603050405020304" pitchFamily="18" charset="0"/>
                <a:cs typeface="Times New Roman" panose="02020603050405020304" pitchFamily="18" charset="0"/>
              </a:rPr>
              <a:t>Designed using modern web technologies with a responsive and user-friendly interface, this project emphasizes fitness awareness, usability, and frontend design principles, making it suitable for strong real-world relevance.</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66800" y="1654884"/>
            <a:ext cx="10058400" cy="3931920"/>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Focus on only one aspect such as calories or step tracking</a:t>
            </a:r>
          </a:p>
          <a:p>
            <a:r>
              <a:rPr lang="en-US" sz="2400" dirty="0">
                <a:latin typeface="Times New Roman" panose="02020603050405020304" pitchFamily="18" charset="0"/>
                <a:cs typeface="Times New Roman" panose="02020603050405020304" pitchFamily="18" charset="0"/>
              </a:rPr>
              <a:t>Require external devices or subscriptions</a:t>
            </a:r>
          </a:p>
          <a:p>
            <a:r>
              <a:rPr lang="en-US" sz="2400" dirty="0">
                <a:latin typeface="Times New Roman" panose="02020603050405020304" pitchFamily="18" charset="0"/>
                <a:cs typeface="Times New Roman" panose="02020603050405020304" pitchFamily="18" charset="0"/>
              </a:rPr>
              <a:t>Provide limited personalized insights</a:t>
            </a:r>
          </a:p>
          <a:p>
            <a:r>
              <a:rPr lang="en-US" sz="2400" dirty="0">
                <a:latin typeface="Times New Roman" panose="02020603050405020304" pitchFamily="18" charset="0"/>
                <a:cs typeface="Times New Roman" panose="02020603050405020304" pitchFamily="18" charset="0"/>
              </a:rPr>
              <a:t>Do not integrate mood, lifestyle, and fitness planning together</a:t>
            </a:r>
          </a:p>
          <a:p>
            <a:r>
              <a:rPr lang="en-US" sz="2400" dirty="0">
                <a:latin typeface="Times New Roman" panose="02020603050405020304" pitchFamily="18" charset="0"/>
                <a:cs typeface="Times New Roman" panose="02020603050405020304" pitchFamily="18" charset="0"/>
              </a:rPr>
              <a:t>Some applications are complex for beginners</a:t>
            </a:r>
          </a:p>
          <a:p>
            <a:r>
              <a:rPr lang="en-US" sz="2400" dirty="0">
                <a:latin typeface="Times New Roman" panose="02020603050405020304" pitchFamily="18" charset="0"/>
                <a:cs typeface="Times New Roman" panose="02020603050405020304" pitchFamily="18" charset="0"/>
              </a:rPr>
              <a:t>Meal plans and calorie targets are based on Western diets and do not account for Indian food culture or traditional meal names</a:t>
            </a:r>
          </a:p>
          <a:p>
            <a:r>
              <a:rPr lang="en-US" sz="2400" dirty="0">
                <a:latin typeface="Times New Roman" panose="02020603050405020304" pitchFamily="18" charset="0"/>
                <a:cs typeface="Times New Roman" panose="02020603050405020304" pitchFamily="18" charset="0"/>
              </a:rPr>
              <a:t>Commercial apps show advertisements and push premium subscriptions, reducing accessibility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257551"/>
            <a:ext cx="10173182" cy="1128009"/>
          </a:xfrm>
        </p:spPr>
        <p:txBody>
          <a:bodyPr/>
          <a:lstStyle/>
          <a:p>
            <a:pPr algn="ctr"/>
            <a:r>
              <a:rPr lang="en-US" b="1" dirty="0"/>
              <a:t>Proposed System</a:t>
            </a:r>
          </a:p>
        </p:txBody>
      </p:sp>
      <p:sp>
        <p:nvSpPr>
          <p:cNvPr id="2" name="Content Placeholder 1">
            <a:extLst>
              <a:ext uri="{FF2B5EF4-FFF2-40B4-BE49-F238E27FC236}">
                <a16:creationId xmlns:a16="http://schemas.microsoft.com/office/drawing/2014/main" id="{D3C1FE45-AABD-1E1A-B486-33604FB73A83}"/>
              </a:ext>
            </a:extLst>
          </p:cNvPr>
          <p:cNvSpPr>
            <a:spLocks noGrp="1" noChangeArrowheads="1"/>
          </p:cNvSpPr>
          <p:nvPr>
            <p:ph idx="1"/>
          </p:nvPr>
        </p:nvSpPr>
        <p:spPr bwMode="auto">
          <a:xfrm>
            <a:off x="1527330" y="1693336"/>
            <a:ext cx="947975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BMI calculation and tracking</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diet recommendations</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fitness planning</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Daily habit tracking (water, exercise, sleep)</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 progress monitoring</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analytics using charts</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Reminder system for healthy habits</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Achievement system to motivate users</a:t>
            </a:r>
            <a:endParaRPr lang="en-US" altLang="en-US" sz="24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2400" dirty="0">
                <a:latin typeface="Times New Roman" panose="02020603050405020304" pitchFamily="18" charset="0"/>
                <a:cs typeface="Times New Roman" panose="02020603050405020304" pitchFamily="18" charset="0"/>
              </a:rPr>
              <a:t>Combines multiple aspects of fitness, lifestyle, and behavioral insights into a single accessible web application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129117"/>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558B3438-6460-EA34-B987-FA8B07FAC610}"/>
              </a:ext>
            </a:extLst>
          </p:cNvPr>
          <p:cNvPicPr>
            <a:picLocks noGrp="1" noChangeAspect="1"/>
          </p:cNvPicPr>
          <p:nvPr>
            <p:ph idx="1"/>
          </p:nvPr>
        </p:nvPicPr>
        <p:blipFill>
          <a:blip r:embed="rId2"/>
          <a:stretch>
            <a:fillRect/>
          </a:stretch>
        </p:blipFill>
        <p:spPr>
          <a:xfrm>
            <a:off x="2209800" y="1137159"/>
            <a:ext cx="8347830" cy="4788511"/>
          </a:xfr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1026" name="Picture 2">
            <a:extLst>
              <a:ext uri="{FF2B5EF4-FFF2-40B4-BE49-F238E27FC236}">
                <a16:creationId xmlns:a16="http://schemas.microsoft.com/office/drawing/2014/main" id="{CDDB07DE-5360-A5D3-4C8D-1CCE056B2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4370" y="1137159"/>
            <a:ext cx="8940265" cy="5030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1009409" y="1758038"/>
            <a:ext cx="10515600" cy="4351338"/>
          </a:xfrm>
        </p:spPr>
        <p:txBody>
          <a:bodyPr>
            <a:normAutofit/>
          </a:bodyPr>
          <a:lstStyle/>
          <a:p>
            <a:r>
              <a:rPr lang="en-IN" sz="2200" b="1" dirty="0">
                <a:latin typeface="Times New Roman" panose="02020603050405020304" pitchFamily="18" charset="0"/>
                <a:cs typeface="Times New Roman" panose="02020603050405020304" pitchFamily="18" charset="0"/>
              </a:rPr>
              <a:t>Module 1 — Authentication</a:t>
            </a:r>
            <a:r>
              <a:rPr lang="en-IN" sz="2200" dirty="0">
                <a:latin typeface="Times New Roman" panose="02020603050405020304" pitchFamily="18" charset="0"/>
                <a:cs typeface="Times New Roman" panose="02020603050405020304" pitchFamily="18" charset="0"/>
              </a:rPr>
              <a:t> (login.html, register.html, auth.js, data.js) Register and login with email/password. </a:t>
            </a:r>
          </a:p>
          <a:p>
            <a:r>
              <a:rPr lang="en-IN" sz="2400" b="1" dirty="0">
                <a:latin typeface="Times New Roman" panose="02020603050405020304" pitchFamily="18" charset="0"/>
                <a:cs typeface="Times New Roman" panose="02020603050405020304" pitchFamily="18" charset="0"/>
              </a:rPr>
              <a:t>Module 2 — BMI &amp; Health Calculator</a:t>
            </a:r>
            <a:r>
              <a:rPr lang="en-IN" sz="2400" dirty="0">
                <a:latin typeface="Times New Roman" panose="02020603050405020304" pitchFamily="18" charset="0"/>
                <a:cs typeface="Times New Roman" panose="02020603050405020304" pitchFamily="18" charset="0"/>
              </a:rPr>
              <a:t> (bmi.html, bmi.js, charts.js) cm/ft height toggle. Mifflin-St Jeor BMR formula. TDEE with 5 activity multipliers. Calorie adjustment by goal. </a:t>
            </a:r>
          </a:p>
          <a:p>
            <a:r>
              <a:rPr lang="en-US" sz="2400" b="1" dirty="0">
                <a:latin typeface="Times New Roman" panose="02020603050405020304" pitchFamily="18" charset="0"/>
                <a:cs typeface="Times New Roman" panose="02020603050405020304" pitchFamily="18" charset="0"/>
              </a:rPr>
              <a:t>Module 3 — Indian Diet Plan</a:t>
            </a:r>
            <a:r>
              <a:rPr lang="en-US" sz="2400" dirty="0">
                <a:latin typeface="Times New Roman" panose="02020603050405020304" pitchFamily="18" charset="0"/>
                <a:cs typeface="Times New Roman" panose="02020603050405020304" pitchFamily="18" charset="0"/>
              </a:rPr>
              <a:t> (diet.html, modules.js) 3 goal-based Indian meal plans (Lose/Maintain/Gain).</a:t>
            </a:r>
          </a:p>
          <a:p>
            <a:r>
              <a:rPr lang="en-US" sz="2400" b="1" dirty="0">
                <a:latin typeface="Times New Roman" panose="02020603050405020304" pitchFamily="18" charset="0"/>
                <a:cs typeface="Times New Roman" panose="02020603050405020304" pitchFamily="18" charset="0"/>
              </a:rPr>
              <a:t>Module 4 — Fitness Plan</a:t>
            </a:r>
            <a:r>
              <a:rPr lang="en-US" sz="2400" dirty="0">
                <a:latin typeface="Times New Roman" panose="02020603050405020304" pitchFamily="18" charset="0"/>
                <a:cs typeface="Times New Roman" panose="02020603050405020304" pitchFamily="18" charset="0"/>
              </a:rPr>
              <a:t> (fitness.html, modules.js) 7-day workout schedule per goal. Types: cardio, strength, HIIT, rest. Intensity bar chart and workout distribution doughnut chart.</a:t>
            </a:r>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61B986-5607-6DFF-D975-9648771A551A}"/>
              </a:ext>
            </a:extLst>
          </p:cNvPr>
          <p:cNvSpPr>
            <a:spLocks noGrp="1"/>
          </p:cNvSpPr>
          <p:nvPr>
            <p:ph idx="1"/>
          </p:nvPr>
        </p:nvSpPr>
        <p:spPr>
          <a:xfrm>
            <a:off x="956734" y="1253331"/>
            <a:ext cx="10515600" cy="4351338"/>
          </a:xfrm>
        </p:spPr>
        <p:txBody>
          <a:bodyPr>
            <a:normAutofit lnSpcReduction="10000"/>
          </a:bodyPr>
          <a:lstStyle/>
          <a:p>
            <a:r>
              <a:rPr lang="en-IN" sz="2200" b="1" dirty="0">
                <a:latin typeface="Times New Roman" panose="02020603050405020304" pitchFamily="18" charset="0"/>
                <a:cs typeface="Times New Roman" panose="02020603050405020304" pitchFamily="18" charset="0"/>
              </a:rPr>
              <a:t>Module 5 — Goal Tracking</a:t>
            </a:r>
            <a:r>
              <a:rPr lang="en-IN" sz="2200" dirty="0">
                <a:latin typeface="Times New Roman" panose="02020603050405020304" pitchFamily="18" charset="0"/>
                <a:cs typeface="Times New Roman" panose="02020603050405020304" pitchFamily="18" charset="0"/>
              </a:rPr>
              <a:t> (goals.html, modules.js) Tracks BMI progress toward target. Animated SVG ring, 5 milestones, weekly projection alert. Unlocks </a:t>
            </a:r>
            <a:r>
              <a:rPr lang="en-IN" sz="2200" dirty="0" err="1">
                <a:latin typeface="Times New Roman" panose="02020603050405020304" pitchFamily="18" charset="0"/>
                <a:cs typeface="Times New Roman" panose="02020603050405020304" pitchFamily="18" charset="0"/>
              </a:rPr>
              <a:t>goal_achieved</a:t>
            </a:r>
            <a:r>
              <a:rPr lang="en-IN" sz="2200" dirty="0">
                <a:latin typeface="Times New Roman" panose="02020603050405020304" pitchFamily="18" charset="0"/>
                <a:cs typeface="Times New Roman" panose="02020603050405020304" pitchFamily="18" charset="0"/>
              </a:rPr>
              <a:t> badge at 100%.</a:t>
            </a:r>
          </a:p>
          <a:p>
            <a:r>
              <a:rPr lang="en-IN" sz="2200" b="1" dirty="0">
                <a:latin typeface="Times New Roman" panose="02020603050405020304" pitchFamily="18" charset="0"/>
                <a:cs typeface="Times New Roman" panose="02020603050405020304" pitchFamily="18" charset="0"/>
              </a:rPr>
              <a:t>Module 6 — Daily Habit Tracker</a:t>
            </a:r>
            <a:r>
              <a:rPr lang="en-IN" sz="2200" dirty="0">
                <a:latin typeface="Times New Roman" panose="02020603050405020304" pitchFamily="18" charset="0"/>
                <a:cs typeface="Times New Roman" panose="02020603050405020304" pitchFamily="18" charset="0"/>
              </a:rPr>
              <a:t> (daily-tracker.html, modules.js) Tracks water, exercise, steps, and sleep. Health score 0–100. Toast notification when goal hit.</a:t>
            </a:r>
          </a:p>
          <a:p>
            <a:r>
              <a:rPr lang="en-IN" sz="2200" b="1" dirty="0">
                <a:latin typeface="Times New Roman" panose="02020603050405020304" pitchFamily="18" charset="0"/>
                <a:cs typeface="Times New Roman" panose="02020603050405020304" pitchFamily="18" charset="0"/>
              </a:rPr>
              <a:t>Module 7 — Reminders</a:t>
            </a:r>
            <a:r>
              <a:rPr lang="en-IN" sz="2200" dirty="0">
                <a:latin typeface="Times New Roman" panose="02020603050405020304" pitchFamily="18" charset="0"/>
                <a:cs typeface="Times New Roman" panose="02020603050405020304" pitchFamily="18" charset="0"/>
              </a:rPr>
              <a:t> (reminders.html, modules.js) 5 reminder types checked. Unlocks </a:t>
            </a:r>
            <a:r>
              <a:rPr lang="en-IN" sz="2200" dirty="0" err="1">
                <a:latin typeface="Times New Roman" panose="02020603050405020304" pitchFamily="18" charset="0"/>
                <a:cs typeface="Times New Roman" panose="02020603050405020304" pitchFamily="18" charset="0"/>
              </a:rPr>
              <a:t>reminder_pro</a:t>
            </a:r>
            <a:r>
              <a:rPr lang="en-IN" sz="2200" dirty="0">
                <a:latin typeface="Times New Roman" panose="02020603050405020304" pitchFamily="18" charset="0"/>
                <a:cs typeface="Times New Roman" panose="02020603050405020304" pitchFamily="18" charset="0"/>
              </a:rPr>
              <a:t> badge at 3+ reminders.</a:t>
            </a:r>
          </a:p>
          <a:p>
            <a:r>
              <a:rPr lang="en-IN" sz="2200" b="1" dirty="0">
                <a:latin typeface="Times New Roman" panose="02020603050405020304" pitchFamily="18" charset="0"/>
                <a:cs typeface="Times New Roman" panose="02020603050405020304" pitchFamily="18" charset="0"/>
              </a:rPr>
              <a:t>Module 8 — Achievements</a:t>
            </a:r>
            <a:r>
              <a:rPr lang="en-IN" sz="2200" dirty="0">
                <a:latin typeface="Times New Roman" panose="02020603050405020304" pitchFamily="18" charset="0"/>
                <a:cs typeface="Times New Roman" panose="02020603050405020304" pitchFamily="18" charset="0"/>
              </a:rPr>
              <a:t> (achievements.html, modules.js) 12 badges auto-unlocked by </a:t>
            </a:r>
            <a:r>
              <a:rPr lang="en-IN" sz="2200" dirty="0" err="1">
                <a:latin typeface="Times New Roman" panose="02020603050405020304" pitchFamily="18" charset="0"/>
                <a:cs typeface="Times New Roman" panose="02020603050405020304" pitchFamily="18" charset="0"/>
              </a:rPr>
              <a:t>checkTrackerAchievements</a:t>
            </a:r>
            <a:r>
              <a:rPr lang="en-IN" sz="2200" dirty="0">
                <a:latin typeface="Times New Roman" panose="02020603050405020304" pitchFamily="18" charset="0"/>
                <a:cs typeface="Times New Roman" panose="02020603050405020304" pitchFamily="18" charset="0"/>
              </a:rPr>
              <a:t> on every data update. Earned shown in colour, locked greyed out.</a:t>
            </a:r>
          </a:p>
          <a:p>
            <a:r>
              <a:rPr lang="en-IN" sz="2200" b="1" dirty="0">
                <a:latin typeface="Times New Roman" panose="02020603050405020304" pitchFamily="18" charset="0"/>
                <a:cs typeface="Times New Roman" panose="02020603050405020304" pitchFamily="18" charset="0"/>
              </a:rPr>
              <a:t>Module 9 — User Profile</a:t>
            </a:r>
            <a:r>
              <a:rPr lang="en-IN" sz="2200" dirty="0">
                <a:latin typeface="Times New Roman" panose="02020603050405020304" pitchFamily="18" charset="0"/>
                <a:cs typeface="Times New Roman" panose="02020603050405020304" pitchFamily="18" charset="0"/>
              </a:rPr>
              <a:t> (profile.html, modules.js) Edit health details, recalculates all metrics on save. Shows initials avatar and badge count.</a:t>
            </a:r>
          </a:p>
          <a:p>
            <a:pPr algn="just"/>
            <a:endParaRPr lang="en-IN"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655D6D6-F1C0-2D43-8F44-B536946A3686}"/>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59B41516-A6AC-FBEE-8121-B864F66E938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1EA14305-E911-9BE1-B500-1A3671413326}"/>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153204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1066800" y="1654884"/>
            <a:ext cx="10058400" cy="3931920"/>
          </a:xfrm>
        </p:spPr>
        <p:txBody>
          <a:bodyPr>
            <a:normAutofit/>
          </a:bodyPr>
          <a:lstStyle/>
          <a:p>
            <a:r>
              <a:rPr lang="en-IN" sz="2400" dirty="0">
                <a:latin typeface="Times New Roman" panose="02020603050405020304" pitchFamily="18" charset="0"/>
                <a:cs typeface="Times New Roman" panose="02020603050405020304" pitchFamily="18" charset="0"/>
              </a:rPr>
              <a:t>Promote Health Awareness</a:t>
            </a:r>
          </a:p>
          <a:p>
            <a:r>
              <a:rPr lang="en-IN" sz="2400" dirty="0">
                <a:latin typeface="Times New Roman" panose="02020603050405020304" pitchFamily="18" charset="0"/>
                <a:cs typeface="Times New Roman" panose="02020603050405020304" pitchFamily="18" charset="0"/>
              </a:rPr>
              <a:t>Provide Personalized Health Insights</a:t>
            </a:r>
          </a:p>
          <a:p>
            <a:r>
              <a:rPr lang="en-US" sz="2400" dirty="0">
                <a:latin typeface="Times New Roman" panose="02020603050405020304" pitchFamily="18" charset="0"/>
                <a:cs typeface="Times New Roman" panose="02020603050405020304" pitchFamily="18" charset="0"/>
              </a:rPr>
              <a:t>Enable Health Data Monitoring</a:t>
            </a:r>
          </a:p>
          <a:p>
            <a:r>
              <a:rPr lang="en-US" sz="2400" dirty="0">
                <a:latin typeface="Times New Roman" panose="02020603050405020304" pitchFamily="18" charset="0"/>
                <a:cs typeface="Times New Roman" panose="02020603050405020304" pitchFamily="18" charset="0"/>
              </a:rPr>
              <a:t>Encourage Healthy Daily Habits</a:t>
            </a:r>
          </a:p>
          <a:p>
            <a:r>
              <a:rPr lang="en-IN" sz="2400" dirty="0">
                <a:latin typeface="Times New Roman" panose="02020603050405020304" pitchFamily="18" charset="0"/>
                <a:cs typeface="Times New Roman" panose="02020603050405020304" pitchFamily="18" charset="0"/>
              </a:rPr>
              <a:t>Support Goal-Based Fitness Tracking</a:t>
            </a:r>
          </a:p>
          <a:p>
            <a:r>
              <a:rPr lang="en-IN" sz="2400" dirty="0">
                <a:latin typeface="Times New Roman" panose="02020603050405020304" pitchFamily="18" charset="0"/>
                <a:cs typeface="Times New Roman" panose="02020603050405020304" pitchFamily="18" charset="0"/>
              </a:rPr>
              <a:t>Provide Visual Health Analytics</a:t>
            </a:r>
          </a:p>
          <a:p>
            <a:r>
              <a:rPr lang="en-US" sz="2400" dirty="0">
                <a:latin typeface="Times New Roman" panose="02020603050405020304" pitchFamily="18" charset="0"/>
                <a:cs typeface="Times New Roman" panose="02020603050405020304" pitchFamily="18" charset="0"/>
              </a:rPr>
              <a:t>Improve User Engagement Through Reminders and Achievements</a:t>
            </a:r>
          </a:p>
          <a:p>
            <a:r>
              <a:rPr lang="en-US" sz="2400" dirty="0">
                <a:latin typeface="Times New Roman" panose="02020603050405020304" pitchFamily="18" charset="0"/>
                <a:cs typeface="Times New Roman" panose="02020603050405020304" pitchFamily="18" charset="0"/>
              </a:rPr>
              <a:t>Build an Accessible Web-Based Health Tool</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144764"/>
            <a:ext cx="10173182" cy="1128009"/>
          </a:xfrm>
        </p:spPr>
        <p:txBody>
          <a:bodyPr/>
          <a:lstStyle/>
          <a:p>
            <a:pPr algn="ctr"/>
            <a:r>
              <a:rPr lang="en-US" b="1" dirty="0"/>
              <a:t>Co’s Attainments - FWD</a:t>
            </a:r>
          </a:p>
        </p:txBody>
      </p:sp>
      <p:graphicFrame>
        <p:nvGraphicFramePr>
          <p:cNvPr id="10" name="Content Placeholder 9">
            <a:extLst>
              <a:ext uri="{FF2B5EF4-FFF2-40B4-BE49-F238E27FC236}">
                <a16:creationId xmlns:a16="http://schemas.microsoft.com/office/drawing/2014/main" id="{1D225354-0115-503C-5BD2-3FE4DD4ECEA3}"/>
              </a:ext>
            </a:extLst>
          </p:cNvPr>
          <p:cNvGraphicFramePr>
            <a:graphicFrameLocks noGrp="1"/>
          </p:cNvGraphicFramePr>
          <p:nvPr>
            <p:ph idx="1"/>
            <p:extLst>
              <p:ext uri="{D42A27DB-BD31-4B8C-83A1-F6EECF244321}">
                <p14:modId xmlns:p14="http://schemas.microsoft.com/office/powerpoint/2010/main" val="1485833063"/>
              </p:ext>
            </p:extLst>
          </p:nvPr>
        </p:nvGraphicFramePr>
        <p:xfrm>
          <a:off x="1624853" y="1138302"/>
          <a:ext cx="8942294" cy="5030569"/>
        </p:xfrm>
        <a:graphic>
          <a:graphicData uri="http://schemas.openxmlformats.org/drawingml/2006/table">
            <a:tbl>
              <a:tblPr firstCol="1">
                <a:tableStyleId>{35758FB7-9AC5-4552-8A53-C91805E547FA}</a:tableStyleId>
              </a:tblPr>
              <a:tblGrid>
                <a:gridCol w="1616661">
                  <a:extLst>
                    <a:ext uri="{9D8B030D-6E8A-4147-A177-3AD203B41FA5}">
                      <a16:colId xmlns:a16="http://schemas.microsoft.com/office/drawing/2014/main" val="175562297"/>
                    </a:ext>
                  </a:extLst>
                </a:gridCol>
                <a:gridCol w="7325633">
                  <a:extLst>
                    <a:ext uri="{9D8B030D-6E8A-4147-A177-3AD203B41FA5}">
                      <a16:colId xmlns:a16="http://schemas.microsoft.com/office/drawing/2014/main" val="1302107431"/>
                    </a:ext>
                  </a:extLst>
                </a:gridCol>
              </a:tblGrid>
              <a:tr h="996666">
                <a:tc>
                  <a:txBody>
                    <a:bodyPr/>
                    <a:lstStyle/>
                    <a:p>
                      <a:pPr>
                        <a:buNone/>
                      </a:pPr>
                      <a:r>
                        <a:rPr lang="en-IN" sz="2000" dirty="0">
                          <a:latin typeface="Times New Roman" panose="02020603050405020304" pitchFamily="18" charset="0"/>
                          <a:cs typeface="Times New Roman" panose="02020603050405020304" pitchFamily="18" charset="0"/>
                        </a:rPr>
                        <a:t>CO1</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2000" dirty="0">
                          <a:latin typeface="Times New Roman" panose="02020603050405020304" pitchFamily="18" charset="0"/>
                          <a:cs typeface="Times New Roman" panose="02020603050405020304" pitchFamily="18" charset="0"/>
                        </a:rPr>
                        <a:t>Semantic HTML5 on all 11 pages. HTTP/HTTPS via CDN links. </a:t>
                      </a:r>
                      <a:r>
                        <a:rPr lang="en-IN" sz="2000" dirty="0" err="1">
                          <a:latin typeface="Times New Roman" panose="02020603050405020304" pitchFamily="18" charset="0"/>
                          <a:cs typeface="Times New Roman" panose="02020603050405020304" pitchFamily="18" charset="0"/>
                        </a:rPr>
                        <a:t>localStorage</a:t>
                      </a:r>
                      <a:r>
                        <a:rPr lang="en-IN" sz="2000" dirty="0">
                          <a:latin typeface="Times New Roman" panose="02020603050405020304" pitchFamily="18" charset="0"/>
                          <a:cs typeface="Times New Roman" panose="02020603050405020304" pitchFamily="18" charset="0"/>
                        </a:rPr>
                        <a:t> as client-side database. CSS selectors, typography, hex </a:t>
                      </a:r>
                      <a:r>
                        <a:rPr lang="en-IN" sz="2000" dirty="0" err="1">
                          <a:latin typeface="Times New Roman" panose="02020603050405020304" pitchFamily="18" charset="0"/>
                          <a:cs typeface="Times New Roman" panose="02020603050405020304" pitchFamily="18" charset="0"/>
                        </a:rPr>
                        <a:t>colors</a:t>
                      </a:r>
                      <a:r>
                        <a:rPr lang="en-IN" sz="2000" dirty="0">
                          <a:latin typeface="Times New Roman" panose="02020603050405020304" pitchFamily="18" charset="0"/>
                          <a:cs typeface="Times New Roman" panose="02020603050405020304" pitchFamily="18" charset="0"/>
                        </a:rPr>
                        <a:t>, custom properties, and spacing in style.css</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2586798"/>
                  </a:ext>
                </a:extLst>
              </a:tr>
              <a:tr h="1043905">
                <a:tc>
                  <a:txBody>
                    <a:bodyPr/>
                    <a:lstStyle/>
                    <a:p>
                      <a:pPr>
                        <a:buNone/>
                      </a:pPr>
                      <a:r>
                        <a:rPr lang="en-IN" sz="2000" dirty="0">
                          <a:latin typeface="Times New Roman" panose="02020603050405020304" pitchFamily="18" charset="0"/>
                          <a:cs typeface="Times New Roman" panose="02020603050405020304" pitchFamily="18" charset="0"/>
                        </a:rPr>
                        <a:t>CO2</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2000" dirty="0">
                          <a:latin typeface="Times New Roman" panose="02020603050405020304" pitchFamily="18" charset="0"/>
                          <a:cs typeface="Times New Roman" panose="02020603050405020304" pitchFamily="18" charset="0"/>
                        </a:rPr>
                        <a:t>6 forms with validation. Semantic tags throughout. Flexbox, CSS Grid, media queries at 1100/900/600px, CSS animations for SVG rings and BMI gauge, CSS custom properties for theming</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3645414"/>
                  </a:ext>
                </a:extLst>
              </a:tr>
              <a:tr h="996666">
                <a:tc>
                  <a:txBody>
                    <a:bodyPr/>
                    <a:lstStyle/>
                    <a:p>
                      <a:pPr>
                        <a:buNone/>
                      </a:pPr>
                      <a:r>
                        <a:rPr lang="en-IN" sz="2000">
                          <a:latin typeface="Times New Roman" panose="02020603050405020304" pitchFamily="18" charset="0"/>
                          <a:cs typeface="Times New Roman" panose="02020603050405020304" pitchFamily="18" charset="0"/>
                        </a:rPr>
                        <a:t>CO3</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Times New Roman" panose="02020603050405020304" pitchFamily="18" charset="0"/>
                          <a:cs typeface="Times New Roman" panose="02020603050405020304" pitchFamily="18" charset="0"/>
                        </a:rPr>
                        <a:t>Arrow functions and callbacks in all 7 JS files. Conditions and loops for BMR, score, and streak logic. Array methods (forEach, map, filter, find) across data.js and modules.js</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2035412"/>
                  </a:ext>
                </a:extLst>
              </a:tr>
              <a:tr h="996666">
                <a:tc>
                  <a:txBody>
                    <a:bodyPr/>
                    <a:lstStyle/>
                    <a:p>
                      <a:pPr>
                        <a:buNone/>
                      </a:pPr>
                      <a:r>
                        <a:rPr lang="en-IN" sz="2000">
                          <a:latin typeface="Times New Roman" panose="02020603050405020304" pitchFamily="18" charset="0"/>
                          <a:cs typeface="Times New Roman" panose="02020603050405020304" pitchFamily="18" charset="0"/>
                        </a:rPr>
                        <a:t>CO4</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2000">
                          <a:latin typeface="Times New Roman" panose="02020603050405020304" pitchFamily="18" charset="0"/>
                          <a:cs typeface="Times New Roman" panose="02020603050405020304" pitchFamily="18" charset="0"/>
                        </a:rPr>
                        <a:t>Full DOM manipulation and event handling. localStorage for all data. setInterval for async reminder checks. Chart.js integrated via CDN with dynamic datasets from localStorage</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7666074"/>
                  </a:ext>
                </a:extLst>
              </a:tr>
              <a:tr h="996666">
                <a:tc>
                  <a:txBody>
                    <a:bodyPr/>
                    <a:lstStyle/>
                    <a:p>
                      <a:pPr>
                        <a:buNone/>
                      </a:pPr>
                      <a:r>
                        <a:rPr lang="en-IN" sz="2000">
                          <a:latin typeface="Times New Roman" panose="02020603050405020304" pitchFamily="18" charset="0"/>
                          <a:cs typeface="Times New Roman" panose="02020603050405020304" pitchFamily="18" charset="0"/>
                        </a:rPr>
                        <a:t>CO5</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dirty="0">
                          <a:latin typeface="Times New Roman" panose="02020603050405020304" pitchFamily="18" charset="0"/>
                          <a:cs typeface="Times New Roman" panose="02020603050405020304" pitchFamily="18" charset="0"/>
                        </a:rPr>
                        <a:t>try-catch on </a:t>
                      </a:r>
                      <a:r>
                        <a:rPr lang="en-US" sz="2000" dirty="0" err="1">
                          <a:latin typeface="Times New Roman" panose="02020603050405020304" pitchFamily="18" charset="0"/>
                          <a:cs typeface="Times New Roman" panose="02020603050405020304" pitchFamily="18" charset="0"/>
                        </a:rPr>
                        <a:t>localStorage</a:t>
                      </a:r>
                      <a:r>
                        <a:rPr lang="en-US" sz="2000" dirty="0">
                          <a:latin typeface="Times New Roman" panose="02020603050405020304" pitchFamily="18" charset="0"/>
                          <a:cs typeface="Times New Roman" panose="02020603050405020304" pitchFamily="18" charset="0"/>
                        </a:rPr>
                        <a:t> and form inputs. Dynamic content rendering. Meta tags on all pages. Scripts deferred to bottom of body. Project structured for Express.js deployment</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4598237"/>
                  </a:ext>
                </a:extLst>
              </a:tr>
            </a:tbl>
          </a:graphicData>
        </a:graphic>
      </p:graphicFrame>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3193676" y="29599"/>
            <a:ext cx="5804646" cy="1019271"/>
          </a:xfrm>
        </p:spPr>
        <p:txBody>
          <a:bodyPr>
            <a:normAutofit/>
          </a:bodyPr>
          <a:lstStyle/>
          <a:p>
            <a:r>
              <a:rPr lang="en-US" dirty="0">
                <a:latin typeface="Times New Roman" panose="02020603050405020304" pitchFamily="18" charset="0"/>
                <a:cs typeface="Times New Roman" panose="02020603050405020304" pitchFamily="18" charset="0"/>
              </a:rPr>
              <a:t>Screenshots for FWD </a:t>
            </a:r>
          </a:p>
        </p:txBody>
      </p:sp>
      <p:pic>
        <p:nvPicPr>
          <p:cNvPr id="8" name="Content Placeholder 7">
            <a:extLst>
              <a:ext uri="{FF2B5EF4-FFF2-40B4-BE49-F238E27FC236}">
                <a16:creationId xmlns:a16="http://schemas.microsoft.com/office/drawing/2014/main" id="{43AD8FC7-258B-104B-4C95-3263DF5CF818}"/>
              </a:ext>
            </a:extLst>
          </p:cNvPr>
          <p:cNvPicPr>
            <a:picLocks noGrp="1" noChangeAspect="1"/>
          </p:cNvPicPr>
          <p:nvPr>
            <p:ph idx="1"/>
          </p:nvPr>
        </p:nvPicPr>
        <p:blipFill>
          <a:blip r:embed="rId2"/>
          <a:stretch>
            <a:fillRect/>
          </a:stretch>
        </p:blipFill>
        <p:spPr>
          <a:xfrm>
            <a:off x="1088773" y="1216668"/>
            <a:ext cx="10014453" cy="4592462"/>
          </a:xfrm>
          <a:prstGeom prst="rect">
            <a:avLst/>
          </a:prstGeom>
          <a:ln w="28575">
            <a:solidFill>
              <a:srgbClr val="262626"/>
            </a:solidFill>
          </a:ln>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35F73E2-2DE5-E325-E232-58F392065590}"/>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ACD62042-258C-4630-C8C8-6EFD6701B36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AF70C6E-4974-892C-F70F-25F4FA728601}"/>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7" name="Picture 6">
            <a:extLst>
              <a:ext uri="{FF2B5EF4-FFF2-40B4-BE49-F238E27FC236}">
                <a16:creationId xmlns:a16="http://schemas.microsoft.com/office/drawing/2014/main" id="{9E2C0C90-F976-F58D-CAFD-3B9F04880225}"/>
              </a:ext>
            </a:extLst>
          </p:cNvPr>
          <p:cNvPicPr>
            <a:picLocks noChangeAspect="1"/>
          </p:cNvPicPr>
          <p:nvPr/>
        </p:nvPicPr>
        <p:blipFill>
          <a:blip r:embed="rId2"/>
          <a:stretch>
            <a:fillRect/>
          </a:stretch>
        </p:blipFill>
        <p:spPr>
          <a:xfrm>
            <a:off x="1161911" y="1261490"/>
            <a:ext cx="9541947" cy="4648101"/>
          </a:xfrm>
          <a:prstGeom prst="rect">
            <a:avLst/>
          </a:prstGeom>
          <a:ln w="28575">
            <a:solidFill>
              <a:schemeClr val="tx1"/>
            </a:solidFill>
          </a:ln>
        </p:spPr>
      </p:pic>
    </p:spTree>
    <p:extLst>
      <p:ext uri="{BB962C8B-B14F-4D97-AF65-F5344CB8AC3E}">
        <p14:creationId xmlns:p14="http://schemas.microsoft.com/office/powerpoint/2010/main" val="3422244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E40250D-80F6-A8CB-F1DA-75A2532355DE}"/>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875A4C40-5AE4-2106-D895-1D014AAFD5E9}"/>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A3388D0-92E2-5F34-21E2-CC8587D83BFE}"/>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7" name="Picture 6">
            <a:extLst>
              <a:ext uri="{FF2B5EF4-FFF2-40B4-BE49-F238E27FC236}">
                <a16:creationId xmlns:a16="http://schemas.microsoft.com/office/drawing/2014/main" id="{D4A8D912-DCB7-9A40-BBDF-68C685E3ED15}"/>
              </a:ext>
            </a:extLst>
          </p:cNvPr>
          <p:cNvPicPr>
            <a:picLocks noChangeAspect="1"/>
          </p:cNvPicPr>
          <p:nvPr/>
        </p:nvPicPr>
        <p:blipFill>
          <a:blip r:embed="rId2"/>
          <a:stretch>
            <a:fillRect/>
          </a:stretch>
        </p:blipFill>
        <p:spPr>
          <a:xfrm>
            <a:off x="654910" y="1489590"/>
            <a:ext cx="10882180" cy="3736834"/>
          </a:xfrm>
          <a:prstGeom prst="rect">
            <a:avLst/>
          </a:prstGeom>
          <a:ln w="28575">
            <a:solidFill>
              <a:schemeClr val="tx1"/>
            </a:solidFill>
          </a:ln>
        </p:spPr>
      </p:pic>
    </p:spTree>
    <p:extLst>
      <p:ext uri="{BB962C8B-B14F-4D97-AF65-F5344CB8AC3E}">
        <p14:creationId xmlns:p14="http://schemas.microsoft.com/office/powerpoint/2010/main" val="2446447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659FDD-226F-09A2-0B2E-03B764EB9B0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EC43688-91EB-FD2C-AACF-4136C8BDEA25}"/>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F7DA843D-7E60-3619-29BB-5C624B7B4CA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35EC4CC-8539-CBCE-D3C2-CE3D460F5F69}"/>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8" name="Picture 7">
            <a:extLst>
              <a:ext uri="{FF2B5EF4-FFF2-40B4-BE49-F238E27FC236}">
                <a16:creationId xmlns:a16="http://schemas.microsoft.com/office/drawing/2014/main" id="{C8C9433E-DEBB-00BD-4AD7-B8F8D299242E}"/>
              </a:ext>
            </a:extLst>
          </p:cNvPr>
          <p:cNvPicPr>
            <a:picLocks noChangeAspect="1"/>
          </p:cNvPicPr>
          <p:nvPr/>
        </p:nvPicPr>
        <p:blipFill>
          <a:blip r:embed="rId2"/>
          <a:stretch>
            <a:fillRect/>
          </a:stretch>
        </p:blipFill>
        <p:spPr>
          <a:xfrm>
            <a:off x="318247" y="854309"/>
            <a:ext cx="11555506" cy="5180731"/>
          </a:xfrm>
          <a:prstGeom prst="rect">
            <a:avLst/>
          </a:prstGeom>
          <a:ln w="28575">
            <a:solidFill>
              <a:schemeClr val="tx1"/>
            </a:solidFill>
          </a:ln>
        </p:spPr>
      </p:pic>
    </p:spTree>
    <p:extLst>
      <p:ext uri="{BB962C8B-B14F-4D97-AF65-F5344CB8AC3E}">
        <p14:creationId xmlns:p14="http://schemas.microsoft.com/office/powerpoint/2010/main" val="308543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BCEDB-C1E4-4CF5-09E6-9AB6FA4B3CB0}"/>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E0A7DF8-756B-EC22-B7CD-BF3601BF9B44}"/>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57832531-6E49-A413-03D8-51C4D06D398D}"/>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BD94BB2-3217-CE71-F7F0-318389BA36E1}"/>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8" name="Picture 7">
            <a:extLst>
              <a:ext uri="{FF2B5EF4-FFF2-40B4-BE49-F238E27FC236}">
                <a16:creationId xmlns:a16="http://schemas.microsoft.com/office/drawing/2014/main" id="{F1DF52C5-189B-A3AA-1F28-63409BDFC27D}"/>
              </a:ext>
            </a:extLst>
          </p:cNvPr>
          <p:cNvPicPr>
            <a:picLocks noChangeAspect="1"/>
          </p:cNvPicPr>
          <p:nvPr/>
        </p:nvPicPr>
        <p:blipFill>
          <a:blip r:embed="rId2"/>
          <a:stretch>
            <a:fillRect/>
          </a:stretch>
        </p:blipFill>
        <p:spPr>
          <a:xfrm>
            <a:off x="323720" y="776236"/>
            <a:ext cx="11544560" cy="5531436"/>
          </a:xfrm>
          <a:prstGeom prst="rect">
            <a:avLst/>
          </a:prstGeom>
          <a:ln w="28575">
            <a:solidFill>
              <a:srgbClr val="262626"/>
            </a:solidFill>
          </a:ln>
        </p:spPr>
      </p:pic>
    </p:spTree>
    <p:extLst>
      <p:ext uri="{BB962C8B-B14F-4D97-AF65-F5344CB8AC3E}">
        <p14:creationId xmlns:p14="http://schemas.microsoft.com/office/powerpoint/2010/main" val="868728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1DE00-6D7B-D287-C7CA-C26C7A0F178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A37C3C5-AD1E-CBC7-AA6B-58F1A52F6545}"/>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75A0A4C2-D37A-62A9-434B-C4E36823FE2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1710A6D-60DA-E2D2-8BD9-E2F366A430EE}"/>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8" name="Picture 7">
            <a:extLst>
              <a:ext uri="{FF2B5EF4-FFF2-40B4-BE49-F238E27FC236}">
                <a16:creationId xmlns:a16="http://schemas.microsoft.com/office/drawing/2014/main" id="{05F384F0-2854-ED0F-5A43-8C511433D8CD}"/>
              </a:ext>
            </a:extLst>
          </p:cNvPr>
          <p:cNvPicPr>
            <a:picLocks noChangeAspect="1"/>
          </p:cNvPicPr>
          <p:nvPr/>
        </p:nvPicPr>
        <p:blipFill>
          <a:blip r:embed="rId2"/>
          <a:stretch>
            <a:fillRect/>
          </a:stretch>
        </p:blipFill>
        <p:spPr>
          <a:xfrm>
            <a:off x="378859" y="863877"/>
            <a:ext cx="11434282" cy="5307479"/>
          </a:xfrm>
          <a:prstGeom prst="rect">
            <a:avLst/>
          </a:prstGeom>
          <a:ln w="28575">
            <a:solidFill>
              <a:srgbClr val="262626"/>
            </a:solidFill>
          </a:ln>
        </p:spPr>
      </p:pic>
    </p:spTree>
    <p:extLst>
      <p:ext uri="{BB962C8B-B14F-4D97-AF65-F5344CB8AC3E}">
        <p14:creationId xmlns:p14="http://schemas.microsoft.com/office/powerpoint/2010/main" val="4022181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27D6F7B-5FC4-D5A9-6F86-BB2DC4FF6B29}"/>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C02308EA-82B1-538C-166A-40D8A76EC82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1BA9F6E-50E8-F98A-B08C-5606D49F9693}"/>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8" name="Picture 7">
            <a:extLst>
              <a:ext uri="{FF2B5EF4-FFF2-40B4-BE49-F238E27FC236}">
                <a16:creationId xmlns:a16="http://schemas.microsoft.com/office/drawing/2014/main" id="{80AEFB68-A871-8B99-5C46-653D34390445}"/>
              </a:ext>
            </a:extLst>
          </p:cNvPr>
          <p:cNvPicPr>
            <a:picLocks noChangeAspect="1"/>
          </p:cNvPicPr>
          <p:nvPr/>
        </p:nvPicPr>
        <p:blipFill>
          <a:blip r:embed="rId2"/>
          <a:stretch>
            <a:fillRect/>
          </a:stretch>
        </p:blipFill>
        <p:spPr>
          <a:xfrm>
            <a:off x="411529" y="860612"/>
            <a:ext cx="11368941" cy="4950526"/>
          </a:xfrm>
          <a:prstGeom prst="rect">
            <a:avLst/>
          </a:prstGeom>
          <a:ln w="28575">
            <a:solidFill>
              <a:srgbClr val="262626"/>
            </a:solidFill>
          </a:ln>
        </p:spPr>
      </p:pic>
    </p:spTree>
    <p:extLst>
      <p:ext uri="{BB962C8B-B14F-4D97-AF65-F5344CB8AC3E}">
        <p14:creationId xmlns:p14="http://schemas.microsoft.com/office/powerpoint/2010/main" val="2961033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43C4A9-30DC-6E5E-B42B-B74DF80B5A75}"/>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DBC9F1CC-A7BB-7714-DF91-C6E941EC45A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34D91D7-66C7-7285-0E23-67228178B53E}"/>
              </a:ext>
            </a:extLst>
          </p:cNvPr>
          <p:cNvSpPr>
            <a:spLocks noGrp="1"/>
          </p:cNvSpPr>
          <p:nvPr>
            <p:ph type="sldNum" sz="quarter" idx="12"/>
          </p:nvPr>
        </p:nvSpPr>
        <p:spPr/>
        <p:txBody>
          <a:bodyPr/>
          <a:lstStyle/>
          <a:p>
            <a:fld id="{B961B71F-4B40-8942-BB88-E0F5C0B46E10}" type="slidenum">
              <a:rPr lang="en-US" smtClean="0"/>
              <a:t>18</a:t>
            </a:fld>
            <a:endParaRPr lang="en-US"/>
          </a:p>
        </p:txBody>
      </p:sp>
      <p:pic>
        <p:nvPicPr>
          <p:cNvPr id="8" name="Picture 7">
            <a:extLst>
              <a:ext uri="{FF2B5EF4-FFF2-40B4-BE49-F238E27FC236}">
                <a16:creationId xmlns:a16="http://schemas.microsoft.com/office/drawing/2014/main" id="{5E3FEBFB-27F1-9CB8-5EE4-112C9544E0D5}"/>
              </a:ext>
            </a:extLst>
          </p:cNvPr>
          <p:cNvPicPr>
            <a:picLocks noChangeAspect="1"/>
          </p:cNvPicPr>
          <p:nvPr/>
        </p:nvPicPr>
        <p:blipFill>
          <a:blip r:embed="rId2"/>
          <a:stretch>
            <a:fillRect/>
          </a:stretch>
        </p:blipFill>
        <p:spPr>
          <a:xfrm>
            <a:off x="558134" y="900056"/>
            <a:ext cx="11075732" cy="4744206"/>
          </a:xfrm>
          <a:prstGeom prst="rect">
            <a:avLst/>
          </a:prstGeom>
          <a:ln w="19050">
            <a:solidFill>
              <a:srgbClr val="262626"/>
            </a:solidFill>
          </a:ln>
        </p:spPr>
      </p:pic>
    </p:spTree>
    <p:extLst>
      <p:ext uri="{BB962C8B-B14F-4D97-AF65-F5344CB8AC3E}">
        <p14:creationId xmlns:p14="http://schemas.microsoft.com/office/powerpoint/2010/main" val="1313336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357B6A-F7AE-E2E6-C863-211AF2CA6D4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A094010-D4BE-8EF3-A7C1-D0C1BE46A846}"/>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7ED543A6-017F-93F1-291C-6F771458996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A6ECD2C-B26D-430E-9DEB-B63B98CDCDAF}"/>
              </a:ext>
            </a:extLst>
          </p:cNvPr>
          <p:cNvSpPr>
            <a:spLocks noGrp="1"/>
          </p:cNvSpPr>
          <p:nvPr>
            <p:ph type="sldNum" sz="quarter" idx="12"/>
          </p:nvPr>
        </p:nvSpPr>
        <p:spPr/>
        <p:txBody>
          <a:bodyPr/>
          <a:lstStyle/>
          <a:p>
            <a:fld id="{B961B71F-4B40-8942-BB88-E0F5C0B46E10}" type="slidenum">
              <a:rPr lang="en-US" smtClean="0"/>
              <a:t>19</a:t>
            </a:fld>
            <a:endParaRPr lang="en-US"/>
          </a:p>
        </p:txBody>
      </p:sp>
      <p:pic>
        <p:nvPicPr>
          <p:cNvPr id="8" name="Picture 7">
            <a:extLst>
              <a:ext uri="{FF2B5EF4-FFF2-40B4-BE49-F238E27FC236}">
                <a16:creationId xmlns:a16="http://schemas.microsoft.com/office/drawing/2014/main" id="{035CB559-A50A-C49E-2354-BC170C56ED85}"/>
              </a:ext>
            </a:extLst>
          </p:cNvPr>
          <p:cNvPicPr>
            <a:picLocks noChangeAspect="1"/>
          </p:cNvPicPr>
          <p:nvPr/>
        </p:nvPicPr>
        <p:blipFill>
          <a:blip r:embed="rId2"/>
          <a:stretch>
            <a:fillRect/>
          </a:stretch>
        </p:blipFill>
        <p:spPr>
          <a:xfrm>
            <a:off x="629770" y="781323"/>
            <a:ext cx="10932459" cy="5295353"/>
          </a:xfrm>
          <a:prstGeom prst="rect">
            <a:avLst/>
          </a:prstGeom>
          <a:ln w="19050">
            <a:solidFill>
              <a:srgbClr val="262626"/>
            </a:solidFill>
          </a:ln>
        </p:spPr>
      </p:pic>
    </p:spTree>
    <p:extLst>
      <p:ext uri="{BB962C8B-B14F-4D97-AF65-F5344CB8AC3E}">
        <p14:creationId xmlns:p14="http://schemas.microsoft.com/office/powerpoint/2010/main" val="3427455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268642-57FC-054C-9AEE-B949328FD6A3}"/>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BB48EC67-C98B-431B-F633-095BF05924A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3898F9A-90F4-B3A6-3671-87810C8FAAD1}"/>
              </a:ext>
            </a:extLst>
          </p:cNvPr>
          <p:cNvSpPr>
            <a:spLocks noGrp="1"/>
          </p:cNvSpPr>
          <p:nvPr>
            <p:ph type="sldNum" sz="quarter" idx="12"/>
          </p:nvPr>
        </p:nvSpPr>
        <p:spPr/>
        <p:txBody>
          <a:bodyPr/>
          <a:lstStyle/>
          <a:p>
            <a:fld id="{B961B71F-4B40-8942-BB88-E0F5C0B46E10}" type="slidenum">
              <a:rPr lang="en-US" smtClean="0"/>
              <a:t>20</a:t>
            </a:fld>
            <a:endParaRPr lang="en-US"/>
          </a:p>
        </p:txBody>
      </p:sp>
      <p:pic>
        <p:nvPicPr>
          <p:cNvPr id="8" name="Picture 7">
            <a:extLst>
              <a:ext uri="{FF2B5EF4-FFF2-40B4-BE49-F238E27FC236}">
                <a16:creationId xmlns:a16="http://schemas.microsoft.com/office/drawing/2014/main" id="{D99F14D5-881E-6FD2-E05A-A1DA53617752}"/>
              </a:ext>
            </a:extLst>
          </p:cNvPr>
          <p:cNvPicPr>
            <a:picLocks noChangeAspect="1"/>
          </p:cNvPicPr>
          <p:nvPr/>
        </p:nvPicPr>
        <p:blipFill>
          <a:blip r:embed="rId2"/>
          <a:stretch>
            <a:fillRect/>
          </a:stretch>
        </p:blipFill>
        <p:spPr>
          <a:xfrm>
            <a:off x="486869" y="779929"/>
            <a:ext cx="11229498" cy="5126227"/>
          </a:xfrm>
          <a:prstGeom prst="rect">
            <a:avLst/>
          </a:prstGeom>
          <a:ln w="28575">
            <a:solidFill>
              <a:srgbClr val="262626"/>
            </a:solidFill>
          </a:ln>
        </p:spPr>
      </p:pic>
    </p:spTree>
    <p:extLst>
      <p:ext uri="{BB962C8B-B14F-4D97-AF65-F5344CB8AC3E}">
        <p14:creationId xmlns:p14="http://schemas.microsoft.com/office/powerpoint/2010/main" val="1724211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838200" y="1561677"/>
            <a:ext cx="10515600" cy="4351338"/>
          </a:xfrm>
        </p:spPr>
        <p:txBody>
          <a:bodyPr>
            <a:normAutofit fontScale="92500"/>
          </a:bodyPr>
          <a:lstStyle/>
          <a:p>
            <a:pPr algn="just"/>
            <a:r>
              <a:rPr lang="en-US" sz="2400" dirty="0">
                <a:latin typeface="Times New Roman" panose="02020603050405020304" pitchFamily="18" charset="0"/>
                <a:cs typeface="Times New Roman" panose="02020603050405020304" pitchFamily="18" charset="0"/>
              </a:rPr>
              <a:t>The Personalized Fitness and Health Awareness Tracker is a web-based application that helps users monitor and improve their health through features such as BMI tracking, personalized diet and fitness recommendations, daily habit tracking, and goal progress monitoring.</a:t>
            </a:r>
          </a:p>
          <a:p>
            <a:pPr algn="just"/>
            <a:r>
              <a:rPr lang="en-US" sz="2400" dirty="0">
                <a:latin typeface="Times New Roman" panose="02020603050405020304" pitchFamily="18" charset="0"/>
                <a:cs typeface="Times New Roman" panose="02020603050405020304" pitchFamily="18" charset="0"/>
              </a:rPr>
              <a:t>The system provides health insights using interactive charts and reminders to encourage healthy habits.</a:t>
            </a:r>
          </a:p>
          <a:p>
            <a:pPr algn="just"/>
            <a:r>
              <a:rPr lang="en-US" sz="2400" dirty="0">
                <a:latin typeface="Times New Roman" panose="02020603050405020304" pitchFamily="18" charset="0"/>
                <a:cs typeface="Times New Roman" panose="02020603050405020304" pitchFamily="18" charset="0"/>
              </a:rPr>
              <a:t>Wellness Track successfully delivers a privacy-first 11-page health tracking web application. The web app works fully offline with all data in </a:t>
            </a:r>
            <a:r>
              <a:rPr lang="en-US" sz="2400" dirty="0" err="1">
                <a:latin typeface="Times New Roman" panose="02020603050405020304" pitchFamily="18" charset="0"/>
                <a:cs typeface="Times New Roman" panose="02020603050405020304" pitchFamily="18" charset="0"/>
              </a:rPr>
              <a:t>localStorage</a:t>
            </a:r>
            <a:r>
              <a:rPr lang="en-US" sz="2400" dirty="0">
                <a:latin typeface="Times New Roman" panose="02020603050405020304" pitchFamily="18" charset="0"/>
                <a:cs typeface="Times New Roman" panose="02020603050405020304" pitchFamily="18" charset="0"/>
              </a:rPr>
              <a:t>, uses Indian meal plans, and integrates Charts for </a:t>
            </a:r>
            <a:r>
              <a:rPr lang="en-US" sz="2400" dirty="0" err="1">
                <a:latin typeface="Times New Roman" panose="02020603050405020304" pitchFamily="18" charset="0"/>
                <a:cs typeface="Times New Roman" panose="02020603050405020304" pitchFamily="18" charset="0"/>
              </a:rPr>
              <a:t>visualisations</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Built using HTML, CSS, and JavaScript, the application demonstrates practical web development skills while promoting health awareness in a simple and accessible way.</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21</a:t>
            </a:fld>
            <a:endParaRPr lang="en-US"/>
          </a:p>
        </p:txBody>
      </p:sp>
    </p:spTree>
    <p:extLst>
      <p:ext uri="{BB962C8B-B14F-4D97-AF65-F5344CB8AC3E}">
        <p14:creationId xmlns:p14="http://schemas.microsoft.com/office/powerpoint/2010/main" val="285891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3489960" y="118515"/>
            <a:ext cx="5212080" cy="1325563"/>
          </a:xfrm>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r>
              <a:rPr lang="en-IN" dirty="0"/>
              <a:t>10-03-2026</a:t>
            </a:r>
            <a:endParaRPr lang="en-US" dirty="0"/>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22</a:t>
            </a:fld>
            <a:endParaRPr lang="en-US"/>
          </a:p>
        </p:txBody>
      </p:sp>
      <p:pic>
        <p:nvPicPr>
          <p:cNvPr id="11" name="Picture 10">
            <a:extLst>
              <a:ext uri="{FF2B5EF4-FFF2-40B4-BE49-F238E27FC236}">
                <a16:creationId xmlns:a16="http://schemas.microsoft.com/office/drawing/2014/main" id="{035BB2E2-D50F-B764-F396-CE4241371BE7}"/>
              </a:ext>
            </a:extLst>
          </p:cNvPr>
          <p:cNvPicPr>
            <a:picLocks noChangeAspect="1"/>
          </p:cNvPicPr>
          <p:nvPr/>
        </p:nvPicPr>
        <p:blipFill>
          <a:blip r:embed="rId2"/>
          <a:stretch>
            <a:fillRect/>
          </a:stretch>
        </p:blipFill>
        <p:spPr>
          <a:xfrm>
            <a:off x="476552" y="1444078"/>
            <a:ext cx="5293124" cy="3969843"/>
          </a:xfrm>
          <a:prstGeom prst="rect">
            <a:avLst/>
          </a:prstGeom>
          <a:ln>
            <a:solidFill>
              <a:srgbClr val="262626"/>
            </a:solidFill>
          </a:ln>
        </p:spPr>
      </p:pic>
      <p:pic>
        <p:nvPicPr>
          <p:cNvPr id="13" name="Picture 12">
            <a:extLst>
              <a:ext uri="{FF2B5EF4-FFF2-40B4-BE49-F238E27FC236}">
                <a16:creationId xmlns:a16="http://schemas.microsoft.com/office/drawing/2014/main" id="{9C55876F-BCC3-1B8A-4A2C-EE6EEFEE2631}"/>
              </a:ext>
            </a:extLst>
          </p:cNvPr>
          <p:cNvPicPr>
            <a:picLocks noChangeAspect="1"/>
          </p:cNvPicPr>
          <p:nvPr/>
        </p:nvPicPr>
        <p:blipFill>
          <a:blip r:embed="rId3"/>
          <a:stretch>
            <a:fillRect/>
          </a:stretch>
        </p:blipFill>
        <p:spPr>
          <a:xfrm>
            <a:off x="6422324" y="1444078"/>
            <a:ext cx="5293124" cy="3969843"/>
          </a:xfrm>
          <a:prstGeom prst="rect">
            <a:avLst/>
          </a:prstGeom>
          <a:ln>
            <a:solidFill>
              <a:srgbClr val="262626"/>
            </a:solidFill>
          </a:ln>
        </p:spPr>
      </p:pic>
    </p:spTree>
    <p:extLst>
      <p:ext uri="{BB962C8B-B14F-4D97-AF65-F5344CB8AC3E}">
        <p14:creationId xmlns:p14="http://schemas.microsoft.com/office/powerpoint/2010/main" val="2357471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D247E44-ED4A-DE0D-D6F7-0CD8B8FB17B0}"/>
              </a:ext>
            </a:extLst>
          </p:cNvPr>
          <p:cNvSpPr>
            <a:spLocks noGrp="1"/>
          </p:cNvSpPr>
          <p:nvPr>
            <p:ph type="dt" sz="half" idx="10"/>
          </p:nvPr>
        </p:nvSpPr>
        <p:spPr/>
        <p:txBody>
          <a:bodyPr/>
          <a:lstStyle/>
          <a:p>
            <a:r>
              <a:rPr lang="en-US" dirty="0"/>
              <a:t>10-03-2026</a:t>
            </a:r>
          </a:p>
        </p:txBody>
      </p:sp>
      <p:sp>
        <p:nvSpPr>
          <p:cNvPr id="5" name="Footer Placeholder 4">
            <a:extLst>
              <a:ext uri="{FF2B5EF4-FFF2-40B4-BE49-F238E27FC236}">
                <a16:creationId xmlns:a16="http://schemas.microsoft.com/office/drawing/2014/main" id="{6EB270C4-CC3A-CBE0-2D90-59C6BC94E7D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CBCEE8E-9010-8534-4780-9FD88359E057}"/>
              </a:ext>
            </a:extLst>
          </p:cNvPr>
          <p:cNvSpPr>
            <a:spLocks noGrp="1"/>
          </p:cNvSpPr>
          <p:nvPr>
            <p:ph type="sldNum" sz="quarter" idx="12"/>
          </p:nvPr>
        </p:nvSpPr>
        <p:spPr/>
        <p:txBody>
          <a:bodyPr/>
          <a:lstStyle/>
          <a:p>
            <a:fld id="{B961B71F-4B40-8942-BB88-E0F5C0B46E10}" type="slidenum">
              <a:rPr lang="en-US" smtClean="0"/>
              <a:t>23</a:t>
            </a:fld>
            <a:endParaRPr lang="en-US"/>
          </a:p>
        </p:txBody>
      </p:sp>
      <p:pic>
        <p:nvPicPr>
          <p:cNvPr id="8" name="Picture 7">
            <a:extLst>
              <a:ext uri="{FF2B5EF4-FFF2-40B4-BE49-F238E27FC236}">
                <a16:creationId xmlns:a16="http://schemas.microsoft.com/office/drawing/2014/main" id="{7A99EBAD-50CC-DBD5-47B2-1CB8FE05B1F2}"/>
              </a:ext>
            </a:extLst>
          </p:cNvPr>
          <p:cNvPicPr>
            <a:picLocks noChangeAspect="1"/>
          </p:cNvPicPr>
          <p:nvPr/>
        </p:nvPicPr>
        <p:blipFill>
          <a:blip r:embed="rId2"/>
          <a:stretch>
            <a:fillRect/>
          </a:stretch>
        </p:blipFill>
        <p:spPr>
          <a:xfrm>
            <a:off x="2873188" y="1070812"/>
            <a:ext cx="6571129" cy="4716375"/>
          </a:xfrm>
          <a:prstGeom prst="rect">
            <a:avLst/>
          </a:prstGeom>
        </p:spPr>
      </p:pic>
    </p:spTree>
    <p:extLst>
      <p:ext uri="{BB962C8B-B14F-4D97-AF65-F5344CB8AC3E}">
        <p14:creationId xmlns:p14="http://schemas.microsoft.com/office/powerpoint/2010/main" val="1348310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IN" dirty="0"/>
              <a:t>10-03-2026</a:t>
            </a:r>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24</a:t>
            </a:fld>
            <a:endParaRPr lang="en-US"/>
          </a:p>
        </p:txBody>
      </p:sp>
    </p:spTree>
    <p:extLst>
      <p:ext uri="{BB962C8B-B14F-4D97-AF65-F5344CB8AC3E}">
        <p14:creationId xmlns:p14="http://schemas.microsoft.com/office/powerpoint/2010/main" val="421395820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4045</TotalTime>
  <Words>1205</Words>
  <Application>Microsoft Office PowerPoint</Application>
  <PresentationFormat>Widescreen</PresentationFormat>
  <Paragraphs>159</Paragraphs>
  <Slides>24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Calibri</vt:lpstr>
      <vt:lpstr>Calibri Light</vt:lpstr>
      <vt:lpstr>Century Gothic</vt:lpstr>
      <vt:lpstr>Garamond</vt:lpstr>
      <vt:lpstr>Times New Roman</vt:lpstr>
      <vt:lpstr>Custom Design</vt:lpstr>
      <vt:lpstr>Savon</vt:lpstr>
      <vt:lpstr>Title: Personalized Fitness and Health Awareness Tracker</vt:lpstr>
      <vt:lpstr>OUTLINE</vt:lpstr>
      <vt:lpstr>Abstract</vt:lpstr>
      <vt:lpstr>Existing System </vt:lpstr>
      <vt:lpstr>Proposed System</vt:lpstr>
      <vt:lpstr>System Architecture</vt:lpstr>
      <vt:lpstr>Project Modules</vt:lpstr>
      <vt:lpstr>PowerPoint Presentation</vt:lpstr>
      <vt:lpstr>Objectives</vt:lpstr>
      <vt:lpstr>Co’s Attainments - FWD</vt:lpstr>
      <vt:lpstr>Screenshots for FWD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Geo- Tag Photos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Hamsika Peddina</cp:lastModifiedBy>
  <cp:revision>51</cp:revision>
  <dcterms:created xsi:type="dcterms:W3CDTF">2022-05-20T10:20:31Z</dcterms:created>
  <dcterms:modified xsi:type="dcterms:W3CDTF">2026-03-09T09:10:16Z</dcterms:modified>
</cp:coreProperties>
</file>